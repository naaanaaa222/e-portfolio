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5"/>
  </p:notesMasterIdLst>
  <p:sldIdLst>
    <p:sldId id="256" r:id="rId2"/>
    <p:sldId id="258" r:id="rId3"/>
    <p:sldId id="261" r:id="rId4"/>
    <p:sldId id="265" r:id="rId5"/>
    <p:sldId id="260" r:id="rId6"/>
    <p:sldId id="262" r:id="rId7"/>
    <p:sldId id="266" r:id="rId8"/>
    <p:sldId id="263" r:id="rId9"/>
    <p:sldId id="270" r:id="rId10"/>
    <p:sldId id="271" r:id="rId11"/>
    <p:sldId id="267" r:id="rId12"/>
    <p:sldId id="268" r:id="rId13"/>
    <p:sldId id="272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8C9AEC9-A1FD-4500-858B-9B96724AE9FF}" v="4" dt="2026-01-20T19:30:46.73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51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iana MAI" userId="9a2eec98-2a13-4276-a030-09a79aa8745e" providerId="ADAL" clId="{C643E250-C0D7-4294-BF80-364F97A7C309}"/>
    <pc:docChg chg="undo custSel addSld delSld modSld sldOrd">
      <pc:chgData name="Diana MAI" userId="9a2eec98-2a13-4276-a030-09a79aa8745e" providerId="ADAL" clId="{C643E250-C0D7-4294-BF80-364F97A7C309}" dt="2026-01-20T19:30:46.719" v="4258" actId="27918"/>
      <pc:docMkLst>
        <pc:docMk/>
      </pc:docMkLst>
      <pc:sldChg chg="addSp delSp modSp new mod ord">
        <pc:chgData name="Diana MAI" userId="9a2eec98-2a13-4276-a030-09a79aa8745e" providerId="ADAL" clId="{C643E250-C0D7-4294-BF80-364F97A7C309}" dt="2026-01-17T01:38:44.521" v="2215" actId="1076"/>
        <pc:sldMkLst>
          <pc:docMk/>
          <pc:sldMk cId="1715546782" sldId="256"/>
        </pc:sldMkLst>
        <pc:spChg chg="mod">
          <ac:chgData name="Diana MAI" userId="9a2eec98-2a13-4276-a030-09a79aa8745e" providerId="ADAL" clId="{C643E250-C0D7-4294-BF80-364F97A7C309}" dt="2026-01-16T20:20:58.271" v="123" actId="2711"/>
          <ac:spMkLst>
            <pc:docMk/>
            <pc:sldMk cId="1715546782" sldId="256"/>
            <ac:spMk id="2" creationId="{FEEC025D-5E60-776A-7E42-DCB716A5ECFC}"/>
          </ac:spMkLst>
        </pc:spChg>
        <pc:spChg chg="add mod">
          <ac:chgData name="Diana MAI" userId="9a2eec98-2a13-4276-a030-09a79aa8745e" providerId="ADAL" clId="{C643E250-C0D7-4294-BF80-364F97A7C309}" dt="2026-01-16T20:22:31.988" v="167" actId="20577"/>
          <ac:spMkLst>
            <pc:docMk/>
            <pc:sldMk cId="1715546782" sldId="256"/>
            <ac:spMk id="5" creationId="{8E8A088F-52EF-65C3-C87D-0BCFF911CDA3}"/>
          </ac:spMkLst>
        </pc:spChg>
        <pc:spChg chg="add mod">
          <ac:chgData name="Diana MAI" userId="9a2eec98-2a13-4276-a030-09a79aa8745e" providerId="ADAL" clId="{C643E250-C0D7-4294-BF80-364F97A7C309}" dt="2026-01-16T20:20:58.271" v="123" actId="2711"/>
          <ac:spMkLst>
            <pc:docMk/>
            <pc:sldMk cId="1715546782" sldId="256"/>
            <ac:spMk id="8" creationId="{0DE8EB18-794C-E330-4F92-5ECA4595403B}"/>
          </ac:spMkLst>
        </pc:spChg>
        <pc:spChg chg="add mod">
          <ac:chgData name="Diana MAI" userId="9a2eec98-2a13-4276-a030-09a79aa8745e" providerId="ADAL" clId="{C643E250-C0D7-4294-BF80-364F97A7C309}" dt="2026-01-16T20:25:57.617" v="243" actId="404"/>
          <ac:spMkLst>
            <pc:docMk/>
            <pc:sldMk cId="1715546782" sldId="256"/>
            <ac:spMk id="10" creationId="{4B99CECA-8EE6-A6BC-8565-1FE57DB3F3E7}"/>
          </ac:spMkLst>
        </pc:spChg>
        <pc:picChg chg="add mod">
          <ac:chgData name="Diana MAI" userId="9a2eec98-2a13-4276-a030-09a79aa8745e" providerId="ADAL" clId="{C643E250-C0D7-4294-BF80-364F97A7C309}" dt="2026-01-17T01:38:44.521" v="2215" actId="1076"/>
          <ac:picMkLst>
            <pc:docMk/>
            <pc:sldMk cId="1715546782" sldId="256"/>
            <ac:picMk id="4" creationId="{C40D6654-EEF1-781F-F45F-B314747D13F4}"/>
          </ac:picMkLst>
        </pc:picChg>
        <pc:picChg chg="add mod">
          <ac:chgData name="Diana MAI" userId="9a2eec98-2a13-4276-a030-09a79aa8745e" providerId="ADAL" clId="{C643E250-C0D7-4294-BF80-364F97A7C309}" dt="2026-01-16T20:20:58.271" v="123" actId="2711"/>
          <ac:picMkLst>
            <pc:docMk/>
            <pc:sldMk cId="1715546782" sldId="256"/>
            <ac:picMk id="1026" creationId="{5A9497BE-31BD-1074-4C38-1C77A36CC976}"/>
          </ac:picMkLst>
        </pc:picChg>
      </pc:sldChg>
      <pc:sldChg chg="addSp modSp new mod">
        <pc:chgData name="Diana MAI" userId="9a2eec98-2a13-4276-a030-09a79aa8745e" providerId="ADAL" clId="{C643E250-C0D7-4294-BF80-364F97A7C309}" dt="2026-01-16T21:11:43.281" v="1926" actId="1076"/>
        <pc:sldMkLst>
          <pc:docMk/>
          <pc:sldMk cId="3749506541" sldId="258"/>
        </pc:sldMkLst>
        <pc:spChg chg="mod">
          <ac:chgData name="Diana MAI" userId="9a2eec98-2a13-4276-a030-09a79aa8745e" providerId="ADAL" clId="{C643E250-C0D7-4294-BF80-364F97A7C309}" dt="2026-01-16T20:29:46.368" v="258" actId="2711"/>
          <ac:spMkLst>
            <pc:docMk/>
            <pc:sldMk cId="3749506541" sldId="258"/>
            <ac:spMk id="2" creationId="{B6682256-71FD-E611-60F9-3ADBE27D6D57}"/>
          </ac:spMkLst>
        </pc:spChg>
        <pc:spChg chg="mod">
          <ac:chgData name="Diana MAI" userId="9a2eec98-2a13-4276-a030-09a79aa8745e" providerId="ADAL" clId="{C643E250-C0D7-4294-BF80-364F97A7C309}" dt="2026-01-16T21:10:59.049" v="1924" actId="20577"/>
          <ac:spMkLst>
            <pc:docMk/>
            <pc:sldMk cId="3749506541" sldId="258"/>
            <ac:spMk id="3" creationId="{6412E312-2E59-3CD3-72E5-18BCC5E51C08}"/>
          </ac:spMkLst>
        </pc:spChg>
        <pc:picChg chg="add mod">
          <ac:chgData name="Diana MAI" userId="9a2eec98-2a13-4276-a030-09a79aa8745e" providerId="ADAL" clId="{C643E250-C0D7-4294-BF80-364F97A7C309}" dt="2026-01-16T21:11:43.281" v="1926" actId="1076"/>
          <ac:picMkLst>
            <pc:docMk/>
            <pc:sldMk cId="3749506541" sldId="258"/>
            <ac:picMk id="5" creationId="{2F374075-8D5C-70C3-6E1A-8C2112EB21AB}"/>
          </ac:picMkLst>
        </pc:picChg>
      </pc:sldChg>
      <pc:sldChg chg="addSp delSp modSp add mod ord">
        <pc:chgData name="Diana MAI" userId="9a2eec98-2a13-4276-a030-09a79aa8745e" providerId="ADAL" clId="{C643E250-C0D7-4294-BF80-364F97A7C309}" dt="2026-01-16T21:21:30.456" v="2204"/>
        <pc:sldMkLst>
          <pc:docMk/>
          <pc:sldMk cId="1658633509" sldId="260"/>
        </pc:sldMkLst>
        <pc:spChg chg="mod">
          <ac:chgData name="Diana MAI" userId="9a2eec98-2a13-4276-a030-09a79aa8745e" providerId="ADAL" clId="{C643E250-C0D7-4294-BF80-364F97A7C309}" dt="2026-01-16T20:31:57.277" v="332" actId="20577"/>
          <ac:spMkLst>
            <pc:docMk/>
            <pc:sldMk cId="1658633509" sldId="260"/>
            <ac:spMk id="2" creationId="{1E5B517E-53AC-59CA-EC5F-4AB323AA35B0}"/>
          </ac:spMkLst>
        </pc:spChg>
        <pc:spChg chg="add mod">
          <ac:chgData name="Diana MAI" userId="9a2eec98-2a13-4276-a030-09a79aa8745e" providerId="ADAL" clId="{C643E250-C0D7-4294-BF80-364F97A7C309}" dt="2026-01-16T21:21:30.456" v="2204"/>
          <ac:spMkLst>
            <pc:docMk/>
            <pc:sldMk cId="1658633509" sldId="260"/>
            <ac:spMk id="13" creationId="{93010CEE-75E8-FBCA-1770-7F048E2FBD0E}"/>
          </ac:spMkLst>
        </pc:spChg>
        <pc:picChg chg="add mod">
          <ac:chgData name="Diana MAI" userId="9a2eec98-2a13-4276-a030-09a79aa8745e" providerId="ADAL" clId="{C643E250-C0D7-4294-BF80-364F97A7C309}" dt="2026-01-16T21:05:17.555" v="1590" actId="1076"/>
          <ac:picMkLst>
            <pc:docMk/>
            <pc:sldMk cId="1658633509" sldId="260"/>
            <ac:picMk id="11" creationId="{4F65336C-B159-A2D2-EEEB-70D0403B6F44}"/>
          </ac:picMkLst>
        </pc:picChg>
        <pc:picChg chg="add mod">
          <ac:chgData name="Diana MAI" userId="9a2eec98-2a13-4276-a030-09a79aa8745e" providerId="ADAL" clId="{C643E250-C0D7-4294-BF80-364F97A7C309}" dt="2026-01-16T21:21:13.883" v="2202" actId="1076"/>
          <ac:picMkLst>
            <pc:docMk/>
            <pc:sldMk cId="1658633509" sldId="260"/>
            <ac:picMk id="16" creationId="{B5CC663A-9EC8-B46B-AD8B-81A8112A2110}"/>
          </ac:picMkLst>
        </pc:picChg>
      </pc:sldChg>
      <pc:sldChg chg="addSp modSp add mod ord">
        <pc:chgData name="Diana MAI" userId="9a2eec98-2a13-4276-a030-09a79aa8745e" providerId="ADAL" clId="{C643E250-C0D7-4294-BF80-364F97A7C309}" dt="2026-01-17T02:20:19.509" v="3129" actId="403"/>
        <pc:sldMkLst>
          <pc:docMk/>
          <pc:sldMk cId="2583885004" sldId="261"/>
        </pc:sldMkLst>
        <pc:spChg chg="mod">
          <ac:chgData name="Diana MAI" userId="9a2eec98-2a13-4276-a030-09a79aa8745e" providerId="ADAL" clId="{C643E250-C0D7-4294-BF80-364F97A7C309}" dt="2026-01-16T20:44:22.798" v="937" actId="113"/>
          <ac:spMkLst>
            <pc:docMk/>
            <pc:sldMk cId="2583885004" sldId="261"/>
            <ac:spMk id="2" creationId="{2BEAED25-C3C7-0562-9344-47F9D73050FF}"/>
          </ac:spMkLst>
        </pc:spChg>
        <pc:spChg chg="mod">
          <ac:chgData name="Diana MAI" userId="9a2eec98-2a13-4276-a030-09a79aa8745e" providerId="ADAL" clId="{C643E250-C0D7-4294-BF80-364F97A7C309}" dt="2026-01-17T02:20:19.509" v="3129" actId="403"/>
          <ac:spMkLst>
            <pc:docMk/>
            <pc:sldMk cId="2583885004" sldId="261"/>
            <ac:spMk id="3" creationId="{F82C30A3-9051-4BA3-F1F6-432640EE4B2C}"/>
          </ac:spMkLst>
        </pc:spChg>
        <pc:picChg chg="add mod">
          <ac:chgData name="Diana MAI" userId="9a2eec98-2a13-4276-a030-09a79aa8745e" providerId="ADAL" clId="{C643E250-C0D7-4294-BF80-364F97A7C309}" dt="2026-01-16T20:45:37.714" v="1033" actId="1076"/>
          <ac:picMkLst>
            <pc:docMk/>
            <pc:sldMk cId="2583885004" sldId="261"/>
            <ac:picMk id="5" creationId="{2D5EC851-9568-DE10-7520-36DB857B0896}"/>
          </ac:picMkLst>
        </pc:picChg>
      </pc:sldChg>
      <pc:sldChg chg="addSp delSp modSp add mod">
        <pc:chgData name="Diana MAI" userId="9a2eec98-2a13-4276-a030-09a79aa8745e" providerId="ADAL" clId="{C643E250-C0D7-4294-BF80-364F97A7C309}" dt="2026-01-17T02:21:45.736" v="3135" actId="14100"/>
        <pc:sldMkLst>
          <pc:docMk/>
          <pc:sldMk cId="3953292472" sldId="262"/>
        </pc:sldMkLst>
        <pc:spChg chg="mod">
          <ac:chgData name="Diana MAI" userId="9a2eec98-2a13-4276-a030-09a79aa8745e" providerId="ADAL" clId="{C643E250-C0D7-4294-BF80-364F97A7C309}" dt="2026-01-16T20:34:07.494" v="454" actId="20577"/>
          <ac:spMkLst>
            <pc:docMk/>
            <pc:sldMk cId="3953292472" sldId="262"/>
            <ac:spMk id="2" creationId="{5DC33F0C-8BE5-BDCD-A351-BE938F98E02E}"/>
          </ac:spMkLst>
        </pc:spChg>
        <pc:picChg chg="add mod">
          <ac:chgData name="Diana MAI" userId="9a2eec98-2a13-4276-a030-09a79aa8745e" providerId="ADAL" clId="{C643E250-C0D7-4294-BF80-364F97A7C309}" dt="2026-01-17T02:21:45.736" v="3135" actId="14100"/>
          <ac:picMkLst>
            <pc:docMk/>
            <pc:sldMk cId="3953292472" sldId="262"/>
            <ac:picMk id="6" creationId="{0B6F89B7-1B61-17E1-9A2F-CAB64ADCD708}"/>
          </ac:picMkLst>
        </pc:picChg>
      </pc:sldChg>
      <pc:sldChg chg="addSp delSp modSp add mod">
        <pc:chgData name="Diana MAI" userId="9a2eec98-2a13-4276-a030-09a79aa8745e" providerId="ADAL" clId="{C643E250-C0D7-4294-BF80-364F97A7C309}" dt="2026-01-20T19:30:46.719" v="4258" actId="27918"/>
        <pc:sldMkLst>
          <pc:docMk/>
          <pc:sldMk cId="508835454" sldId="263"/>
        </pc:sldMkLst>
        <pc:spChg chg="mod">
          <ac:chgData name="Diana MAI" userId="9a2eec98-2a13-4276-a030-09a79aa8745e" providerId="ADAL" clId="{C643E250-C0D7-4294-BF80-364F97A7C309}" dt="2026-01-19T16:24:42.997" v="4250" actId="115"/>
          <ac:spMkLst>
            <pc:docMk/>
            <pc:sldMk cId="508835454" sldId="263"/>
            <ac:spMk id="2" creationId="{D432FD5C-675A-71C8-DF78-FEE92C627365}"/>
          </ac:spMkLst>
        </pc:spChg>
        <pc:spChg chg="mod">
          <ac:chgData name="Diana MAI" userId="9a2eec98-2a13-4276-a030-09a79aa8745e" providerId="ADAL" clId="{C643E250-C0D7-4294-BF80-364F97A7C309}" dt="2026-01-18T18:19:44.492" v="4209" actId="20577"/>
          <ac:spMkLst>
            <pc:docMk/>
            <pc:sldMk cId="508835454" sldId="263"/>
            <ac:spMk id="3" creationId="{248CC243-11DC-9EDE-83D2-38074C766C8B}"/>
          </ac:spMkLst>
        </pc:spChg>
        <pc:spChg chg="add mod">
          <ac:chgData name="Diana MAI" userId="9a2eec98-2a13-4276-a030-09a79aa8745e" providerId="ADAL" clId="{C643E250-C0D7-4294-BF80-364F97A7C309}" dt="2026-01-17T02:11:10.938" v="2719" actId="693"/>
          <ac:spMkLst>
            <pc:docMk/>
            <pc:sldMk cId="508835454" sldId="263"/>
            <ac:spMk id="10" creationId="{26450BD0-44CC-2BDB-7097-80388DF25190}"/>
          </ac:spMkLst>
        </pc:spChg>
        <pc:spChg chg="add mod">
          <ac:chgData name="Diana MAI" userId="9a2eec98-2a13-4276-a030-09a79aa8745e" providerId="ADAL" clId="{C643E250-C0D7-4294-BF80-364F97A7C309}" dt="2026-01-17T02:11:35.509" v="2723" actId="14100"/>
          <ac:spMkLst>
            <pc:docMk/>
            <pc:sldMk cId="508835454" sldId="263"/>
            <ac:spMk id="11" creationId="{4519578E-6AF1-5EAD-F6B7-B43B77410195}"/>
          </ac:spMkLst>
        </pc:spChg>
        <pc:spChg chg="add mod">
          <ac:chgData name="Diana MAI" userId="9a2eec98-2a13-4276-a030-09a79aa8745e" providerId="ADAL" clId="{C643E250-C0D7-4294-BF80-364F97A7C309}" dt="2026-01-17T02:12:57.272" v="2745" actId="14100"/>
          <ac:spMkLst>
            <pc:docMk/>
            <pc:sldMk cId="508835454" sldId="263"/>
            <ac:spMk id="12" creationId="{9E92B783-6D86-6430-5120-E923D3649464}"/>
          </ac:spMkLst>
        </pc:spChg>
        <pc:graphicFrameChg chg="add mod">
          <ac:chgData name="Diana MAI" userId="9a2eec98-2a13-4276-a030-09a79aa8745e" providerId="ADAL" clId="{C643E250-C0D7-4294-BF80-364F97A7C309}" dt="2026-01-20T19:30:45.534" v="4257"/>
          <ac:graphicFrameMkLst>
            <pc:docMk/>
            <pc:sldMk cId="508835454" sldId="263"/>
            <ac:graphicFrameMk id="8" creationId="{29740D7B-2300-F074-A1AA-545EA7CF7C57}"/>
          </ac:graphicFrameMkLst>
        </pc:graphicFrameChg>
      </pc:sldChg>
      <pc:sldChg chg="addSp delSp modSp add del mod">
        <pc:chgData name="Diana MAI" userId="9a2eec98-2a13-4276-a030-09a79aa8745e" providerId="ADAL" clId="{C643E250-C0D7-4294-BF80-364F97A7C309}" dt="2026-01-19T16:10:39.246" v="4216" actId="47"/>
        <pc:sldMkLst>
          <pc:docMk/>
          <pc:sldMk cId="3228133779" sldId="264"/>
        </pc:sldMkLst>
      </pc:sldChg>
      <pc:sldChg chg="addSp delSp modSp add mod">
        <pc:chgData name="Diana MAI" userId="9a2eec98-2a13-4276-a030-09a79aa8745e" providerId="ADAL" clId="{C643E250-C0D7-4294-BF80-364F97A7C309}" dt="2026-01-16T21:22:34.992" v="2213" actId="20577"/>
        <pc:sldMkLst>
          <pc:docMk/>
          <pc:sldMk cId="3005450243" sldId="265"/>
        </pc:sldMkLst>
        <pc:spChg chg="mod">
          <ac:chgData name="Diana MAI" userId="9a2eec98-2a13-4276-a030-09a79aa8745e" providerId="ADAL" clId="{C643E250-C0D7-4294-BF80-364F97A7C309}" dt="2026-01-16T21:02:15.081" v="1529" actId="20577"/>
          <ac:spMkLst>
            <pc:docMk/>
            <pc:sldMk cId="3005450243" sldId="265"/>
            <ac:spMk id="2" creationId="{AC0453BE-68F4-3332-35FF-E281DD3C9D50}"/>
          </ac:spMkLst>
        </pc:spChg>
        <pc:spChg chg="mod">
          <ac:chgData name="Diana MAI" userId="9a2eec98-2a13-4276-a030-09a79aa8745e" providerId="ADAL" clId="{C643E250-C0D7-4294-BF80-364F97A7C309}" dt="2026-01-16T21:14:47.703" v="2066" actId="20577"/>
          <ac:spMkLst>
            <pc:docMk/>
            <pc:sldMk cId="3005450243" sldId="265"/>
            <ac:spMk id="3" creationId="{C8E42D18-2038-D7AD-3A4C-2659F446307D}"/>
          </ac:spMkLst>
        </pc:spChg>
        <pc:spChg chg="add mod">
          <ac:chgData name="Diana MAI" userId="9a2eec98-2a13-4276-a030-09a79aa8745e" providerId="ADAL" clId="{C643E250-C0D7-4294-BF80-364F97A7C309}" dt="2026-01-16T21:22:34.992" v="2213" actId="20577"/>
          <ac:spMkLst>
            <pc:docMk/>
            <pc:sldMk cId="3005450243" sldId="265"/>
            <ac:spMk id="11" creationId="{5461C529-6472-7A75-8843-DA5F22B84D34}"/>
          </ac:spMkLst>
        </pc:spChg>
        <pc:picChg chg="add mod">
          <ac:chgData name="Diana MAI" userId="9a2eec98-2a13-4276-a030-09a79aa8745e" providerId="ADAL" clId="{C643E250-C0D7-4294-BF80-364F97A7C309}" dt="2026-01-16T21:09:08.465" v="1868" actId="1076"/>
          <ac:picMkLst>
            <pc:docMk/>
            <pc:sldMk cId="3005450243" sldId="265"/>
            <ac:picMk id="5" creationId="{61395B68-3734-53DB-51E3-799B46D43BD1}"/>
          </ac:picMkLst>
        </pc:picChg>
        <pc:picChg chg="add mod">
          <ac:chgData name="Diana MAI" userId="9a2eec98-2a13-4276-a030-09a79aa8745e" providerId="ADAL" clId="{C643E250-C0D7-4294-BF80-364F97A7C309}" dt="2026-01-16T21:05:44.862" v="1596" actId="1076"/>
          <ac:picMkLst>
            <pc:docMk/>
            <pc:sldMk cId="3005450243" sldId="265"/>
            <ac:picMk id="8" creationId="{170AF152-CC67-1B1B-BE07-4A4BB84FA74D}"/>
          </ac:picMkLst>
        </pc:picChg>
      </pc:sldChg>
      <pc:sldChg chg="addSp delSp modSp add mod">
        <pc:chgData name="Diana MAI" userId="9a2eec98-2a13-4276-a030-09a79aa8745e" providerId="ADAL" clId="{C643E250-C0D7-4294-BF80-364F97A7C309}" dt="2026-01-17T02:21:52.931" v="3138" actId="14100"/>
        <pc:sldMkLst>
          <pc:docMk/>
          <pc:sldMk cId="2019025580" sldId="266"/>
        </pc:sldMkLst>
        <pc:picChg chg="add mod">
          <ac:chgData name="Diana MAI" userId="9a2eec98-2a13-4276-a030-09a79aa8745e" providerId="ADAL" clId="{C643E250-C0D7-4294-BF80-364F97A7C309}" dt="2026-01-17T02:21:52.931" v="3138" actId="14100"/>
          <ac:picMkLst>
            <pc:docMk/>
            <pc:sldMk cId="2019025580" sldId="266"/>
            <ac:picMk id="5" creationId="{6C049E19-9303-488D-D15F-42630B38FB21}"/>
          </ac:picMkLst>
        </pc:picChg>
      </pc:sldChg>
      <pc:sldChg chg="addSp delSp modSp add mod ord">
        <pc:chgData name="Diana MAI" userId="9a2eec98-2a13-4276-a030-09a79aa8745e" providerId="ADAL" clId="{C643E250-C0D7-4294-BF80-364F97A7C309}" dt="2026-01-19T16:13:12.161" v="4219" actId="14100"/>
        <pc:sldMkLst>
          <pc:docMk/>
          <pc:sldMk cId="3520790643" sldId="267"/>
        </pc:sldMkLst>
        <pc:picChg chg="add mod">
          <ac:chgData name="Diana MAI" userId="9a2eec98-2a13-4276-a030-09a79aa8745e" providerId="ADAL" clId="{C643E250-C0D7-4294-BF80-364F97A7C309}" dt="2026-01-19T16:13:12.161" v="4219" actId="14100"/>
          <ac:picMkLst>
            <pc:docMk/>
            <pc:sldMk cId="3520790643" sldId="267"/>
            <ac:picMk id="6" creationId="{83BD1E37-E3CB-7A5F-D65B-22E145220E0D}"/>
          </ac:picMkLst>
        </pc:picChg>
      </pc:sldChg>
      <pc:sldChg chg="addSp delSp modSp add mod">
        <pc:chgData name="Diana MAI" userId="9a2eec98-2a13-4276-a030-09a79aa8745e" providerId="ADAL" clId="{C643E250-C0D7-4294-BF80-364F97A7C309}" dt="2026-01-17T02:23:02.018" v="3146" actId="14100"/>
        <pc:sldMkLst>
          <pc:docMk/>
          <pc:sldMk cId="2850013794" sldId="268"/>
        </pc:sldMkLst>
        <pc:picChg chg="add mod">
          <ac:chgData name="Diana MAI" userId="9a2eec98-2a13-4276-a030-09a79aa8745e" providerId="ADAL" clId="{C643E250-C0D7-4294-BF80-364F97A7C309}" dt="2026-01-17T02:23:02.018" v="3146" actId="14100"/>
          <ac:picMkLst>
            <pc:docMk/>
            <pc:sldMk cId="2850013794" sldId="268"/>
            <ac:picMk id="5" creationId="{37272A43-A39F-D7FD-8B52-429131E5DD96}"/>
          </ac:picMkLst>
        </pc:picChg>
      </pc:sldChg>
      <pc:sldChg chg="addSp delSp modSp add mod">
        <pc:chgData name="Diana MAI" userId="9a2eec98-2a13-4276-a030-09a79aa8745e" providerId="ADAL" clId="{C643E250-C0D7-4294-BF80-364F97A7C309}" dt="2026-01-19T16:24:48.303" v="4251" actId="115"/>
        <pc:sldMkLst>
          <pc:docMk/>
          <pc:sldMk cId="2941351362" sldId="270"/>
        </pc:sldMkLst>
        <pc:spChg chg="mod">
          <ac:chgData name="Diana MAI" userId="9a2eec98-2a13-4276-a030-09a79aa8745e" providerId="ADAL" clId="{C643E250-C0D7-4294-BF80-364F97A7C309}" dt="2026-01-17T02:15:10.824" v="2789" actId="403"/>
          <ac:spMkLst>
            <pc:docMk/>
            <pc:sldMk cId="2941351362" sldId="270"/>
            <ac:spMk id="3" creationId="{6E04EDAF-09A5-0AEE-49BE-22B384D4654C}"/>
          </ac:spMkLst>
        </pc:spChg>
        <pc:spChg chg="add mod">
          <ac:chgData name="Diana MAI" userId="9a2eec98-2a13-4276-a030-09a79aa8745e" providerId="ADAL" clId="{C643E250-C0D7-4294-BF80-364F97A7C309}" dt="2026-01-17T01:59:32.946" v="2403" actId="1076"/>
          <ac:spMkLst>
            <pc:docMk/>
            <pc:sldMk cId="2941351362" sldId="270"/>
            <ac:spMk id="6" creationId="{9B10DCD2-20EA-548E-6FAC-2DDE0C894214}"/>
          </ac:spMkLst>
        </pc:spChg>
        <pc:spChg chg="mod">
          <ac:chgData name="Diana MAI" userId="9a2eec98-2a13-4276-a030-09a79aa8745e" providerId="ADAL" clId="{C643E250-C0D7-4294-BF80-364F97A7C309}" dt="2026-01-19T16:24:48.303" v="4251" actId="115"/>
          <ac:spMkLst>
            <pc:docMk/>
            <pc:sldMk cId="2941351362" sldId="270"/>
            <ac:spMk id="9" creationId="{5B900BB4-6E61-3602-70D1-9856099DCC5D}"/>
          </ac:spMkLst>
        </pc:spChg>
        <pc:graphicFrameChg chg="add mod">
          <ac:chgData name="Diana MAI" userId="9a2eec98-2a13-4276-a030-09a79aa8745e" providerId="ADAL" clId="{C643E250-C0D7-4294-BF80-364F97A7C309}" dt="2026-01-19T16:22:01.413" v="4249"/>
          <ac:graphicFrameMkLst>
            <pc:docMk/>
            <pc:sldMk cId="2941351362" sldId="270"/>
            <ac:graphicFrameMk id="5" creationId="{A2895047-8959-4890-8CCD-EB80BB034ABD}"/>
          </ac:graphicFrameMkLst>
        </pc:graphicFrameChg>
      </pc:sldChg>
      <pc:sldChg chg="addSp delSp modSp add mod ord">
        <pc:chgData name="Diana MAI" userId="9a2eec98-2a13-4276-a030-09a79aa8745e" providerId="ADAL" clId="{C643E250-C0D7-4294-BF80-364F97A7C309}" dt="2026-01-20T19:30:29.630" v="4254" actId="1038"/>
        <pc:sldMkLst>
          <pc:docMk/>
          <pc:sldMk cId="1907041411" sldId="271"/>
        </pc:sldMkLst>
        <pc:spChg chg="mod">
          <ac:chgData name="Diana MAI" userId="9a2eec98-2a13-4276-a030-09a79aa8745e" providerId="ADAL" clId="{C643E250-C0D7-4294-BF80-364F97A7C309}" dt="2026-01-17T02:19:53.354" v="3123" actId="1076"/>
          <ac:spMkLst>
            <pc:docMk/>
            <pc:sldMk cId="1907041411" sldId="271"/>
            <ac:spMk id="3" creationId="{8B0C7375-C80A-A7C0-D49C-78B8BAA75B17}"/>
          </ac:spMkLst>
        </pc:spChg>
        <pc:spChg chg="mod">
          <ac:chgData name="Diana MAI" userId="9a2eec98-2a13-4276-a030-09a79aa8745e" providerId="ADAL" clId="{C643E250-C0D7-4294-BF80-364F97A7C309}" dt="2026-01-20T19:30:29.630" v="4254" actId="1038"/>
          <ac:spMkLst>
            <pc:docMk/>
            <pc:sldMk cId="1907041411" sldId="271"/>
            <ac:spMk id="4" creationId="{99305DE2-1056-3DC1-4492-A0C7604D8BB1}"/>
          </ac:spMkLst>
        </pc:spChg>
        <pc:spChg chg="add mod">
          <ac:chgData name="Diana MAI" userId="9a2eec98-2a13-4276-a030-09a79aa8745e" providerId="ADAL" clId="{C643E250-C0D7-4294-BF80-364F97A7C309}" dt="2026-01-17T02:19:50.441" v="3122" actId="1076"/>
          <ac:spMkLst>
            <pc:docMk/>
            <pc:sldMk cId="1907041411" sldId="271"/>
            <ac:spMk id="8" creationId="{BEDC7CD6-7CFD-E7B7-19BE-D5A06E3E254C}"/>
          </ac:spMkLst>
        </pc:spChg>
        <pc:spChg chg="mod">
          <ac:chgData name="Diana MAI" userId="9a2eec98-2a13-4276-a030-09a79aa8745e" providerId="ADAL" clId="{C643E250-C0D7-4294-BF80-364F97A7C309}" dt="2026-01-19T16:24:52.604" v="4252" actId="115"/>
          <ac:spMkLst>
            <pc:docMk/>
            <pc:sldMk cId="1907041411" sldId="271"/>
            <ac:spMk id="10" creationId="{BC5596B6-2F72-B73A-7203-73F7C1E26EE0}"/>
          </ac:spMkLst>
        </pc:spChg>
        <pc:graphicFrameChg chg="add mod">
          <ac:chgData name="Diana MAI" userId="9a2eec98-2a13-4276-a030-09a79aa8745e" providerId="ADAL" clId="{C643E250-C0D7-4294-BF80-364F97A7C309}" dt="2026-01-17T02:04:31.083" v="2458" actId="403"/>
          <ac:graphicFrameMkLst>
            <pc:docMk/>
            <pc:sldMk cId="1907041411" sldId="271"/>
            <ac:graphicFrameMk id="6" creationId="{ABA6E661-6D67-1E4B-1B07-0DE77B434F03}"/>
          </ac:graphicFrameMkLst>
        </pc:graphicFrameChg>
      </pc:sldChg>
      <pc:sldChg chg="addSp delSp modSp add mod">
        <pc:chgData name="Diana MAI" userId="9a2eec98-2a13-4276-a030-09a79aa8745e" providerId="ADAL" clId="{C643E250-C0D7-4294-BF80-364F97A7C309}" dt="2026-01-19T16:17:37.515" v="4243" actId="20577"/>
        <pc:sldMkLst>
          <pc:docMk/>
          <pc:sldMk cId="933071074" sldId="272"/>
        </pc:sldMkLst>
        <pc:spChg chg="mod">
          <ac:chgData name="Diana MAI" userId="9a2eec98-2a13-4276-a030-09a79aa8745e" providerId="ADAL" clId="{C643E250-C0D7-4294-BF80-364F97A7C309}" dt="2026-01-19T16:17:37.515" v="4243" actId="20577"/>
          <ac:spMkLst>
            <pc:docMk/>
            <pc:sldMk cId="933071074" sldId="272"/>
            <ac:spMk id="3" creationId="{A8EF3760-20C2-E3BF-2B7E-13B8DAD28FCA}"/>
          </ac:spMkLst>
        </pc:spChg>
        <pc:spChg chg="add mod">
          <ac:chgData name="Diana MAI" userId="9a2eec98-2a13-4276-a030-09a79aa8745e" providerId="ADAL" clId="{C643E250-C0D7-4294-BF80-364F97A7C309}" dt="2026-01-17T13:57:26.671" v="4116" actId="122"/>
          <ac:spMkLst>
            <pc:docMk/>
            <pc:sldMk cId="933071074" sldId="272"/>
            <ac:spMk id="5" creationId="{590A5D99-74BE-41AF-9019-5385448E1DAF}"/>
          </ac:spMkLst>
        </pc:spChg>
        <pc:spChg chg="add mod">
          <ac:chgData name="Diana MAI" userId="9a2eec98-2a13-4276-a030-09a79aa8745e" providerId="ADAL" clId="{C643E250-C0D7-4294-BF80-364F97A7C309}" dt="2026-01-17T13:57:31.250" v="4118" actId="122"/>
          <ac:spMkLst>
            <pc:docMk/>
            <pc:sldMk cId="933071074" sldId="272"/>
            <ac:spMk id="11" creationId="{A9213F52-85AD-8D3E-1F0E-AD160CE1A96B}"/>
          </ac:spMkLst>
        </pc:spChg>
        <pc:spChg chg="add mod">
          <ac:chgData name="Diana MAI" userId="9a2eec98-2a13-4276-a030-09a79aa8745e" providerId="ADAL" clId="{C643E250-C0D7-4294-BF80-364F97A7C309}" dt="2026-01-17T13:57:28.995" v="4117" actId="122"/>
          <ac:spMkLst>
            <pc:docMk/>
            <pc:sldMk cId="933071074" sldId="272"/>
            <ac:spMk id="13" creationId="{2636B2B6-2CFB-B1F6-E2AD-FCC0EEFC1A00}"/>
          </ac:spMkLst>
        </pc:spChg>
        <pc:spChg chg="add mod">
          <ac:chgData name="Diana MAI" userId="9a2eec98-2a13-4276-a030-09a79aa8745e" providerId="ADAL" clId="{C643E250-C0D7-4294-BF80-364F97A7C309}" dt="2026-01-17T13:59:07.914" v="4146" actId="1076"/>
          <ac:spMkLst>
            <pc:docMk/>
            <pc:sldMk cId="933071074" sldId="272"/>
            <ac:spMk id="16" creationId="{396BA7AD-5781-BF93-8E95-29CDFBCDB89F}"/>
          </ac:spMkLst>
        </pc:spChg>
        <pc:spChg chg="add mod">
          <ac:chgData name="Diana MAI" userId="9a2eec98-2a13-4276-a030-09a79aa8745e" providerId="ADAL" clId="{C643E250-C0D7-4294-BF80-364F97A7C309}" dt="2026-01-17T13:58:30.907" v="4137" actId="1076"/>
          <ac:spMkLst>
            <pc:docMk/>
            <pc:sldMk cId="933071074" sldId="272"/>
            <ac:spMk id="18" creationId="{6D868FD2-D01A-2034-D1F2-345F62C5E191}"/>
          </ac:spMkLst>
        </pc:spChg>
        <pc:spChg chg="add mod">
          <ac:chgData name="Diana MAI" userId="9a2eec98-2a13-4276-a030-09a79aa8745e" providerId="ADAL" clId="{C643E250-C0D7-4294-BF80-364F97A7C309}" dt="2026-01-17T13:59:04.238" v="4145" actId="1076"/>
          <ac:spMkLst>
            <pc:docMk/>
            <pc:sldMk cId="933071074" sldId="272"/>
            <ac:spMk id="20" creationId="{D6935FD3-E67F-5AE2-357C-59E0D617CC50}"/>
          </ac:spMkLst>
        </pc:spChg>
        <pc:spChg chg="add mod">
          <ac:chgData name="Diana MAI" userId="9a2eec98-2a13-4276-a030-09a79aa8745e" providerId="ADAL" clId="{C643E250-C0D7-4294-BF80-364F97A7C309}" dt="2026-01-17T13:58:17.078" v="4134" actId="14100"/>
          <ac:spMkLst>
            <pc:docMk/>
            <pc:sldMk cId="933071074" sldId="272"/>
            <ac:spMk id="21" creationId="{F745B81B-D0F2-5708-81EA-BA2F5FB045E6}"/>
          </ac:spMkLst>
        </pc:spChg>
        <pc:spChg chg="mod">
          <ac:chgData name="Diana MAI" userId="9a2eec98-2a13-4276-a030-09a79aa8745e" providerId="ADAL" clId="{C643E250-C0D7-4294-BF80-364F97A7C309}" dt="2026-01-17T13:56:08.330" v="4099" actId="14100"/>
          <ac:spMkLst>
            <pc:docMk/>
            <pc:sldMk cId="933071074" sldId="272"/>
            <ac:spMk id="22" creationId="{D1DC6295-CE4F-FBFE-1F51-E3C34595BC33}"/>
          </ac:spMkLst>
        </pc:spChg>
        <pc:spChg chg="add mod">
          <ac:chgData name="Diana MAI" userId="9a2eec98-2a13-4276-a030-09a79aa8745e" providerId="ADAL" clId="{C643E250-C0D7-4294-BF80-364F97A7C309}" dt="2026-01-19T16:11:10.777" v="4218" actId="14100"/>
          <ac:spMkLst>
            <pc:docMk/>
            <pc:sldMk cId="933071074" sldId="272"/>
            <ac:spMk id="23" creationId="{1CACA038-BA87-A710-F881-E54EDEEE1B40}"/>
          </ac:spMkLst>
        </pc:spChg>
        <pc:spChg chg="add mod">
          <ac:chgData name="Diana MAI" userId="9a2eec98-2a13-4276-a030-09a79aa8745e" providerId="ADAL" clId="{C643E250-C0D7-4294-BF80-364F97A7C309}" dt="2026-01-17T13:58:25.619" v="4136" actId="1076"/>
          <ac:spMkLst>
            <pc:docMk/>
            <pc:sldMk cId="933071074" sldId="272"/>
            <ac:spMk id="25" creationId="{D41B9E97-E54F-90E7-38C3-852EF75AFB40}"/>
          </ac:spMkLst>
        </pc:spChg>
        <pc:spChg chg="add mod">
          <ac:chgData name="Diana MAI" userId="9a2eec98-2a13-4276-a030-09a79aa8745e" providerId="ADAL" clId="{C643E250-C0D7-4294-BF80-364F97A7C309}" dt="2026-01-17T13:59:01.599" v="4144" actId="1076"/>
          <ac:spMkLst>
            <pc:docMk/>
            <pc:sldMk cId="933071074" sldId="272"/>
            <ac:spMk id="26" creationId="{B5112256-6ED4-8279-A525-D2C5069ECF02}"/>
          </ac:spMkLst>
        </pc:spChg>
        <pc:spChg chg="add mod">
          <ac:chgData name="Diana MAI" userId="9a2eec98-2a13-4276-a030-09a79aa8745e" providerId="ADAL" clId="{C643E250-C0D7-4294-BF80-364F97A7C309}" dt="2026-01-17T13:59:14.907" v="4148" actId="1076"/>
          <ac:spMkLst>
            <pc:docMk/>
            <pc:sldMk cId="933071074" sldId="272"/>
            <ac:spMk id="27" creationId="{54E05011-125F-D8D4-4B05-C0956FE97A29}"/>
          </ac:spMkLst>
        </pc:spChg>
        <pc:spChg chg="add mod">
          <ac:chgData name="Diana MAI" userId="9a2eec98-2a13-4276-a030-09a79aa8745e" providerId="ADAL" clId="{C643E250-C0D7-4294-BF80-364F97A7C309}" dt="2026-01-17T14:00:51.280" v="4165" actId="1076"/>
          <ac:spMkLst>
            <pc:docMk/>
            <pc:sldMk cId="933071074" sldId="272"/>
            <ac:spMk id="34" creationId="{EB118670-3D7B-0B9A-2691-B4987C9EC051}"/>
          </ac:spMkLst>
        </pc:spChg>
        <pc:spChg chg="add mod">
          <ac:chgData name="Diana MAI" userId="9a2eec98-2a13-4276-a030-09a79aa8745e" providerId="ADAL" clId="{C643E250-C0D7-4294-BF80-364F97A7C309}" dt="2026-01-17T14:01:03.377" v="4170" actId="1076"/>
          <ac:spMkLst>
            <pc:docMk/>
            <pc:sldMk cId="933071074" sldId="272"/>
            <ac:spMk id="35" creationId="{DC393F10-0998-83A9-02E1-8639604D77CE}"/>
          </ac:spMkLst>
        </pc:spChg>
        <pc:spChg chg="add mod">
          <ac:chgData name="Diana MAI" userId="9a2eec98-2a13-4276-a030-09a79aa8745e" providerId="ADAL" clId="{C643E250-C0D7-4294-BF80-364F97A7C309}" dt="2026-01-17T14:00:59.266" v="4168" actId="1076"/>
          <ac:spMkLst>
            <pc:docMk/>
            <pc:sldMk cId="933071074" sldId="272"/>
            <ac:spMk id="36" creationId="{AE7224E5-AF42-9FC5-9C15-A866CEAB14A5}"/>
          </ac:spMkLst>
        </pc:spChg>
        <pc:picChg chg="mod">
          <ac:chgData name="Diana MAI" userId="9a2eec98-2a13-4276-a030-09a79aa8745e" providerId="ADAL" clId="{C643E250-C0D7-4294-BF80-364F97A7C309}" dt="2026-01-17T13:55:28.103" v="4098" actId="1076"/>
          <ac:picMkLst>
            <pc:docMk/>
            <pc:sldMk cId="933071074" sldId="272"/>
            <ac:picMk id="6" creationId="{7162ABA1-A653-E967-CDFC-664136535D49}"/>
          </ac:picMkLst>
        </pc:picChg>
        <pc:picChg chg="mod">
          <ac:chgData name="Diana MAI" userId="9a2eec98-2a13-4276-a030-09a79aa8745e" providerId="ADAL" clId="{C643E250-C0D7-4294-BF80-364F97A7C309}" dt="2026-01-17T14:00:53.658" v="4166" actId="1076"/>
          <ac:picMkLst>
            <pc:docMk/>
            <pc:sldMk cId="933071074" sldId="272"/>
            <ac:picMk id="8" creationId="{3795617D-1335-96AB-AE3A-8C4D7D076D1B}"/>
          </ac:picMkLst>
        </pc:picChg>
        <pc:picChg chg="mod">
          <ac:chgData name="Diana MAI" userId="9a2eec98-2a13-4276-a030-09a79aa8745e" providerId="ADAL" clId="{C643E250-C0D7-4294-BF80-364F97A7C309}" dt="2026-01-17T14:00:56.294" v="4167" actId="1076"/>
          <ac:picMkLst>
            <pc:docMk/>
            <pc:sldMk cId="933071074" sldId="272"/>
            <ac:picMk id="10" creationId="{9D2F0E4D-E987-9382-ED11-7978F2ECFE9A}"/>
          </ac:picMkLst>
        </pc:picChg>
        <pc:picChg chg="mod">
          <ac:chgData name="Diana MAI" userId="9a2eec98-2a13-4276-a030-09a79aa8745e" providerId="ADAL" clId="{C643E250-C0D7-4294-BF80-364F97A7C309}" dt="2026-01-17T14:01:01.257" v="4169" actId="1076"/>
          <ac:picMkLst>
            <pc:docMk/>
            <pc:sldMk cId="933071074" sldId="272"/>
            <ac:picMk id="14" creationId="{2F59D5EA-2536-30DA-2A7B-D759A353B12C}"/>
          </ac:picMkLst>
        </pc:picChg>
      </pc:sldChg>
    </pc:docChg>
  </pc:docChgLst>
  <pc:docChgLst>
    <pc:chgData name="Diana MAI" userId="9a2eec98-2a13-4276-a030-09a79aa8745e" providerId="ADAL" clId="{F25B0476-EFB0-4903-B00E-BC76EA8B9FDB}"/>
    <pc:docChg chg="undo custSel modSld">
      <pc:chgData name="Diana MAI" userId="9a2eec98-2a13-4276-a030-09a79aa8745e" providerId="ADAL" clId="{F25B0476-EFB0-4903-B00E-BC76EA8B9FDB}" dt="2026-01-17T04:22:36.523" v="452" actId="22"/>
      <pc:docMkLst>
        <pc:docMk/>
      </pc:docMkLst>
      <pc:sldChg chg="modSp mod">
        <pc:chgData name="Diana MAI" userId="9a2eec98-2a13-4276-a030-09a79aa8745e" providerId="ADAL" clId="{F25B0476-EFB0-4903-B00E-BC76EA8B9FDB}" dt="2026-01-17T04:08:38.726" v="196" actId="20577"/>
        <pc:sldMkLst>
          <pc:docMk/>
          <pc:sldMk cId="1658633509" sldId="260"/>
        </pc:sldMkLst>
        <pc:spChg chg="mod">
          <ac:chgData name="Diana MAI" userId="9a2eec98-2a13-4276-a030-09a79aa8745e" providerId="ADAL" clId="{F25B0476-EFB0-4903-B00E-BC76EA8B9FDB}" dt="2026-01-17T04:08:38.726" v="196" actId="20577"/>
          <ac:spMkLst>
            <pc:docMk/>
            <pc:sldMk cId="1658633509" sldId="260"/>
            <ac:spMk id="13" creationId="{93010CEE-75E8-FBCA-1770-7F048E2FBD0E}"/>
          </ac:spMkLst>
        </pc:spChg>
      </pc:sldChg>
      <pc:sldChg chg="modSp mod">
        <pc:chgData name="Diana MAI" userId="9a2eec98-2a13-4276-a030-09a79aa8745e" providerId="ADAL" clId="{F25B0476-EFB0-4903-B00E-BC76EA8B9FDB}" dt="2026-01-17T04:18:30.701" v="347" actId="14100"/>
        <pc:sldMkLst>
          <pc:docMk/>
          <pc:sldMk cId="3953292472" sldId="262"/>
        </pc:sldMkLst>
        <pc:spChg chg="mod">
          <ac:chgData name="Diana MAI" userId="9a2eec98-2a13-4276-a030-09a79aa8745e" providerId="ADAL" clId="{F25B0476-EFB0-4903-B00E-BC76EA8B9FDB}" dt="2026-01-17T04:18:30.701" v="347" actId="14100"/>
          <ac:spMkLst>
            <pc:docMk/>
            <pc:sldMk cId="3953292472" sldId="262"/>
            <ac:spMk id="2" creationId="{5DC33F0C-8BE5-BDCD-A351-BE938F98E02E}"/>
          </ac:spMkLst>
        </pc:spChg>
      </pc:sldChg>
      <pc:sldChg chg="modSp mod">
        <pc:chgData name="Diana MAI" userId="9a2eec98-2a13-4276-a030-09a79aa8745e" providerId="ADAL" clId="{F25B0476-EFB0-4903-B00E-BC76EA8B9FDB}" dt="2026-01-17T04:06:00.938" v="150" actId="20577"/>
        <pc:sldMkLst>
          <pc:docMk/>
          <pc:sldMk cId="508835454" sldId="263"/>
        </pc:sldMkLst>
        <pc:spChg chg="mod">
          <ac:chgData name="Diana MAI" userId="9a2eec98-2a13-4276-a030-09a79aa8745e" providerId="ADAL" clId="{F25B0476-EFB0-4903-B00E-BC76EA8B9FDB}" dt="2026-01-17T04:06:00.938" v="150" actId="20577"/>
          <ac:spMkLst>
            <pc:docMk/>
            <pc:sldMk cId="508835454" sldId="263"/>
            <ac:spMk id="2" creationId="{D432FD5C-675A-71C8-DF78-FEE92C627365}"/>
          </ac:spMkLst>
        </pc:spChg>
      </pc:sldChg>
      <pc:sldChg chg="modSp mod">
        <pc:chgData name="Diana MAI" userId="9a2eec98-2a13-4276-a030-09a79aa8745e" providerId="ADAL" clId="{F25B0476-EFB0-4903-B00E-BC76EA8B9FDB}" dt="2026-01-17T04:18:54.845" v="382" actId="20577"/>
        <pc:sldMkLst>
          <pc:docMk/>
          <pc:sldMk cId="2019025580" sldId="266"/>
        </pc:sldMkLst>
        <pc:spChg chg="mod">
          <ac:chgData name="Diana MAI" userId="9a2eec98-2a13-4276-a030-09a79aa8745e" providerId="ADAL" clId="{F25B0476-EFB0-4903-B00E-BC76EA8B9FDB}" dt="2026-01-17T04:18:54.845" v="382" actId="20577"/>
          <ac:spMkLst>
            <pc:docMk/>
            <pc:sldMk cId="2019025580" sldId="266"/>
            <ac:spMk id="2" creationId="{FEC8BD22-F8F4-345A-FAF9-2679CB5E725A}"/>
          </ac:spMkLst>
        </pc:spChg>
      </pc:sldChg>
      <pc:sldChg chg="addSp delSp modSp mod">
        <pc:chgData name="Diana MAI" userId="9a2eec98-2a13-4276-a030-09a79aa8745e" providerId="ADAL" clId="{F25B0476-EFB0-4903-B00E-BC76EA8B9FDB}" dt="2026-01-17T04:22:16.803" v="449" actId="20577"/>
        <pc:sldMkLst>
          <pc:docMk/>
          <pc:sldMk cId="3520790643" sldId="267"/>
        </pc:sldMkLst>
        <pc:spChg chg="mod">
          <ac:chgData name="Diana MAI" userId="9a2eec98-2a13-4276-a030-09a79aa8745e" providerId="ADAL" clId="{F25B0476-EFB0-4903-B00E-BC76EA8B9FDB}" dt="2026-01-17T04:22:16.803" v="449" actId="20577"/>
          <ac:spMkLst>
            <pc:docMk/>
            <pc:sldMk cId="3520790643" sldId="267"/>
            <ac:spMk id="2" creationId="{A41567BE-0FAF-2036-0596-67FD8FA2BAFC}"/>
          </ac:spMkLst>
        </pc:spChg>
      </pc:sldChg>
      <pc:sldChg chg="addSp delSp modSp mod">
        <pc:chgData name="Diana MAI" userId="9a2eec98-2a13-4276-a030-09a79aa8745e" providerId="ADAL" clId="{F25B0476-EFB0-4903-B00E-BC76EA8B9FDB}" dt="2026-01-17T04:22:36.523" v="452" actId="22"/>
        <pc:sldMkLst>
          <pc:docMk/>
          <pc:sldMk cId="2850013794" sldId="268"/>
        </pc:sldMkLst>
        <pc:spChg chg="add mod">
          <ac:chgData name="Diana MAI" userId="9a2eec98-2a13-4276-a030-09a79aa8745e" providerId="ADAL" clId="{F25B0476-EFB0-4903-B00E-BC76EA8B9FDB}" dt="2026-01-17T04:22:36.523" v="452" actId="22"/>
          <ac:spMkLst>
            <pc:docMk/>
            <pc:sldMk cId="2850013794" sldId="268"/>
            <ac:spMk id="8" creationId="{75471FF8-ACAF-03F6-CD11-BFBB64F54C9E}"/>
          </ac:spMkLst>
        </pc:spChg>
      </pc:sldChg>
      <pc:sldChg chg="addSp delSp modSp mod">
        <pc:chgData name="Diana MAI" userId="9a2eec98-2a13-4276-a030-09a79aa8745e" providerId="ADAL" clId="{F25B0476-EFB0-4903-B00E-BC76EA8B9FDB}" dt="2026-01-17T04:06:25.846" v="172" actId="20577"/>
        <pc:sldMkLst>
          <pc:docMk/>
          <pc:sldMk cId="2941351362" sldId="270"/>
        </pc:sldMkLst>
        <pc:spChg chg="add mod">
          <ac:chgData name="Diana MAI" userId="9a2eec98-2a13-4276-a030-09a79aa8745e" providerId="ADAL" clId="{F25B0476-EFB0-4903-B00E-BC76EA8B9FDB}" dt="2026-01-17T04:06:25.846" v="172" actId="20577"/>
          <ac:spMkLst>
            <pc:docMk/>
            <pc:sldMk cId="2941351362" sldId="270"/>
            <ac:spMk id="9" creationId="{5B900BB4-6E61-3602-70D1-9856099DCC5D}"/>
          </ac:spMkLst>
        </pc:spChg>
      </pc:sldChg>
      <pc:sldChg chg="addSp delSp modSp mod">
        <pc:chgData name="Diana MAI" userId="9a2eec98-2a13-4276-a030-09a79aa8745e" providerId="ADAL" clId="{F25B0476-EFB0-4903-B00E-BC76EA8B9FDB}" dt="2026-01-17T04:16:15.556" v="242" actId="27636"/>
        <pc:sldMkLst>
          <pc:docMk/>
          <pc:sldMk cId="1907041411" sldId="271"/>
        </pc:sldMkLst>
        <pc:spChg chg="mod">
          <ac:chgData name="Diana MAI" userId="9a2eec98-2a13-4276-a030-09a79aa8745e" providerId="ADAL" clId="{F25B0476-EFB0-4903-B00E-BC76EA8B9FDB}" dt="2026-01-17T04:16:15.556" v="242" actId="27636"/>
          <ac:spMkLst>
            <pc:docMk/>
            <pc:sldMk cId="1907041411" sldId="271"/>
            <ac:spMk id="3" creationId="{8B0C7375-C80A-A7C0-D49C-78B8BAA75B17}"/>
          </ac:spMkLst>
        </pc:spChg>
        <pc:spChg chg="mod">
          <ac:chgData name="Diana MAI" userId="9a2eec98-2a13-4276-a030-09a79aa8745e" providerId="ADAL" clId="{F25B0476-EFB0-4903-B00E-BC76EA8B9FDB}" dt="2026-01-17T04:14:18.863" v="237" actId="1076"/>
          <ac:spMkLst>
            <pc:docMk/>
            <pc:sldMk cId="1907041411" sldId="271"/>
            <ac:spMk id="8" creationId="{BEDC7CD6-7CFD-E7B7-19BE-D5A06E3E254C}"/>
          </ac:spMkLst>
        </pc:spChg>
        <pc:spChg chg="add mod">
          <ac:chgData name="Diana MAI" userId="9a2eec98-2a13-4276-a030-09a79aa8745e" providerId="ADAL" clId="{F25B0476-EFB0-4903-B00E-BC76EA8B9FDB}" dt="2026-01-17T04:06:43.519" v="195" actId="20577"/>
          <ac:spMkLst>
            <pc:docMk/>
            <pc:sldMk cId="1907041411" sldId="271"/>
            <ac:spMk id="10" creationId="{BC5596B6-2F72-B73A-7203-73F7C1E26EE0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https://up75-my.sharepoint.com/personal/diana_mai_etu_u-paris_fr/Documents/IUT/S3/SAE/SAE%20Plan%20d'experience/graphiques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GB" sz="1600" b="1"/>
              <a:t>Fréquence de sorties</a:t>
            </a:r>
            <a:r>
              <a:rPr lang="en-GB" sz="1600" b="1" baseline="0"/>
              <a:t> </a:t>
            </a:r>
            <a:r>
              <a:rPr lang="en-GB" sz="1600" b="1"/>
              <a:t>au cinéma par discipline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percentStacked"/>
        <c:varyColors val="0"/>
        <c:ser>
          <c:idx val="0"/>
          <c:order val="0"/>
          <c:tx>
            <c:strRef>
              <c:f>cinema!$A$3</c:f>
              <c:strCache>
                <c:ptCount val="1"/>
                <c:pt idx="0">
                  <c:v>1 ou 2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dLbl>
              <c:idx val="2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3F6F-49F7-804A-86C09CF9BC38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cinema!$B$2:$F$2</c:f>
              <c:strCache>
                <c:ptCount val="5"/>
                <c:pt idx="0">
                  <c:v>Droit, Economie, Gestion</c:v>
                </c:pt>
                <c:pt idx="1">
                  <c:v>Arts, Lettres et Langues</c:v>
                </c:pt>
                <c:pt idx="2">
                  <c:v>Sciences, Technologies, Informatique</c:v>
                </c:pt>
                <c:pt idx="3">
                  <c:v>Sciences humaines et sociales</c:v>
                </c:pt>
                <c:pt idx="4">
                  <c:v>Santé</c:v>
                </c:pt>
              </c:strCache>
            </c:strRef>
          </c:cat>
          <c:val>
            <c:numRef>
              <c:f>cinema!$B$3:$F$3</c:f>
              <c:numCache>
                <c:formatCode>General</c:formatCode>
                <c:ptCount val="5"/>
                <c:pt idx="0">
                  <c:v>20.74</c:v>
                </c:pt>
                <c:pt idx="1">
                  <c:v>14.83</c:v>
                </c:pt>
                <c:pt idx="2">
                  <c:v>25.95</c:v>
                </c:pt>
                <c:pt idx="3">
                  <c:v>15.23</c:v>
                </c:pt>
                <c:pt idx="4">
                  <c:v>22.3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BA4-47C0-AB3E-B9EC903F14EB}"/>
            </c:ext>
          </c:extLst>
        </c:ser>
        <c:ser>
          <c:idx val="1"/>
          <c:order val="1"/>
          <c:tx>
            <c:strRef>
              <c:f>cinema!$A$4</c:f>
              <c:strCache>
                <c:ptCount val="1"/>
                <c:pt idx="0">
                  <c:v>3 à 5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dLbl>
              <c:idx val="3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3F6F-49F7-804A-86C09CF9BC38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cinema!$B$2:$F$2</c:f>
              <c:strCache>
                <c:ptCount val="5"/>
                <c:pt idx="0">
                  <c:v>Droit, Economie, Gestion</c:v>
                </c:pt>
                <c:pt idx="1">
                  <c:v>Arts, Lettres et Langues</c:v>
                </c:pt>
                <c:pt idx="2">
                  <c:v>Sciences, Technologies, Informatique</c:v>
                </c:pt>
                <c:pt idx="3">
                  <c:v>Sciences humaines et sociales</c:v>
                </c:pt>
                <c:pt idx="4">
                  <c:v>Santé</c:v>
                </c:pt>
              </c:strCache>
            </c:strRef>
          </c:cat>
          <c:val>
            <c:numRef>
              <c:f>cinema!$B$4:$F$4</c:f>
              <c:numCache>
                <c:formatCode>General</c:formatCode>
                <c:ptCount val="5"/>
                <c:pt idx="0">
                  <c:v>32.93</c:v>
                </c:pt>
                <c:pt idx="1">
                  <c:v>28.33</c:v>
                </c:pt>
                <c:pt idx="2">
                  <c:v>31.46</c:v>
                </c:pt>
                <c:pt idx="3">
                  <c:v>35.799999999999997</c:v>
                </c:pt>
                <c:pt idx="4">
                  <c:v>33.76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BA4-47C0-AB3E-B9EC903F14EB}"/>
            </c:ext>
          </c:extLst>
        </c:ser>
        <c:ser>
          <c:idx val="2"/>
          <c:order val="2"/>
          <c:tx>
            <c:strRef>
              <c:f>cinema!$A$5</c:f>
              <c:strCache>
                <c:ptCount val="1"/>
                <c:pt idx="0">
                  <c:v>6 à 8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cinema!$B$2:$F$2</c:f>
              <c:strCache>
                <c:ptCount val="5"/>
                <c:pt idx="0">
                  <c:v>Droit, Economie, Gestion</c:v>
                </c:pt>
                <c:pt idx="1">
                  <c:v>Arts, Lettres et Langues</c:v>
                </c:pt>
                <c:pt idx="2">
                  <c:v>Sciences, Technologies, Informatique</c:v>
                </c:pt>
                <c:pt idx="3">
                  <c:v>Sciences humaines et sociales</c:v>
                </c:pt>
                <c:pt idx="4">
                  <c:v>Santé</c:v>
                </c:pt>
              </c:strCache>
            </c:strRef>
          </c:cat>
          <c:val>
            <c:numRef>
              <c:f>cinema!$B$5:$F$5</c:f>
              <c:numCache>
                <c:formatCode>General</c:formatCode>
                <c:ptCount val="5"/>
                <c:pt idx="0">
                  <c:v>18.079999999999998</c:v>
                </c:pt>
                <c:pt idx="1">
                  <c:v>13.77</c:v>
                </c:pt>
                <c:pt idx="2">
                  <c:v>14.32</c:v>
                </c:pt>
                <c:pt idx="3">
                  <c:v>19.5</c:v>
                </c:pt>
                <c:pt idx="4">
                  <c:v>20.74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4BA4-47C0-AB3E-B9EC903F14EB}"/>
            </c:ext>
          </c:extLst>
        </c:ser>
        <c:ser>
          <c:idx val="3"/>
          <c:order val="3"/>
          <c:tx>
            <c:strRef>
              <c:f>cinema!$A$6</c:f>
              <c:strCache>
                <c:ptCount val="1"/>
                <c:pt idx="0">
                  <c:v>8 à 10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strRef>
              <c:f>cinema!$B$2:$F$2</c:f>
              <c:strCache>
                <c:ptCount val="5"/>
                <c:pt idx="0">
                  <c:v>Droit, Economie, Gestion</c:v>
                </c:pt>
                <c:pt idx="1">
                  <c:v>Arts, Lettres et Langues</c:v>
                </c:pt>
                <c:pt idx="2">
                  <c:v>Sciences, Technologies, Informatique</c:v>
                </c:pt>
                <c:pt idx="3">
                  <c:v>Sciences humaines et sociales</c:v>
                </c:pt>
                <c:pt idx="4">
                  <c:v>Santé</c:v>
                </c:pt>
              </c:strCache>
            </c:strRef>
          </c:cat>
          <c:val>
            <c:numRef>
              <c:f>cinema!$B$6:$F$6</c:f>
              <c:numCache>
                <c:formatCode>General</c:formatCode>
                <c:ptCount val="5"/>
                <c:pt idx="0">
                  <c:v>9.92</c:v>
                </c:pt>
                <c:pt idx="1">
                  <c:v>8.16</c:v>
                </c:pt>
                <c:pt idx="2">
                  <c:v>11.3</c:v>
                </c:pt>
                <c:pt idx="3">
                  <c:v>9.08</c:v>
                </c:pt>
                <c:pt idx="4">
                  <c:v>10.050000000000001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4BA4-47C0-AB3E-B9EC903F14EB}"/>
            </c:ext>
          </c:extLst>
        </c:ser>
        <c:ser>
          <c:idx val="4"/>
          <c:order val="4"/>
          <c:tx>
            <c:strRef>
              <c:f>cinema!$A$7</c:f>
              <c:strCache>
                <c:ptCount val="1"/>
                <c:pt idx="0">
                  <c:v>Plus de 10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dLbls>
            <c:dLbl>
              <c:idx val="1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4BA4-47C0-AB3E-B9EC903F14EB}"/>
                </c:ext>
              </c:extLst>
            </c:dLbl>
            <c:dLbl>
              <c:idx val="3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4BA4-47C0-AB3E-B9EC903F14EB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cinema!$B$2:$F$2</c:f>
              <c:strCache>
                <c:ptCount val="5"/>
                <c:pt idx="0">
                  <c:v>Droit, Economie, Gestion</c:v>
                </c:pt>
                <c:pt idx="1">
                  <c:v>Arts, Lettres et Langues</c:v>
                </c:pt>
                <c:pt idx="2">
                  <c:v>Sciences, Technologies, Informatique</c:v>
                </c:pt>
                <c:pt idx="3">
                  <c:v>Sciences humaines et sociales</c:v>
                </c:pt>
                <c:pt idx="4">
                  <c:v>Santé</c:v>
                </c:pt>
              </c:strCache>
            </c:strRef>
          </c:cat>
          <c:val>
            <c:numRef>
              <c:f>cinema!$B$7:$F$7</c:f>
              <c:numCache>
                <c:formatCode>General</c:formatCode>
                <c:ptCount val="5"/>
                <c:pt idx="0">
                  <c:v>18.34</c:v>
                </c:pt>
                <c:pt idx="1">
                  <c:v>34.909999999999997</c:v>
                </c:pt>
                <c:pt idx="2">
                  <c:v>16.97</c:v>
                </c:pt>
                <c:pt idx="3">
                  <c:v>20.39</c:v>
                </c:pt>
                <c:pt idx="4">
                  <c:v>13.15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4BA4-47C0-AB3E-B9EC903F14E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397426735"/>
        <c:axId val="1397425295"/>
      </c:barChart>
      <c:catAx>
        <c:axId val="139742673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97425295"/>
        <c:crosses val="autoZero"/>
        <c:auto val="1"/>
        <c:lblAlgn val="ctr"/>
        <c:lblOffset val="100"/>
        <c:noMultiLvlLbl val="0"/>
      </c:catAx>
      <c:valAx>
        <c:axId val="139742529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9742673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GB" sz="1600" b="1" dirty="0" err="1"/>
              <a:t>Fréquence</a:t>
            </a:r>
            <a:r>
              <a:rPr lang="en-GB" sz="1600" b="1" baseline="0" dirty="0"/>
              <a:t> de sorties au </a:t>
            </a:r>
            <a:r>
              <a:rPr lang="en-GB" sz="1600" b="1" baseline="0" dirty="0" err="1"/>
              <a:t>musée</a:t>
            </a:r>
            <a:r>
              <a:rPr lang="en-GB" sz="1600" b="1" baseline="0" dirty="0"/>
              <a:t>/expo par discipline</a:t>
            </a:r>
            <a:endParaRPr lang="en-GB" sz="1600" b="1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GB"/>
        </a:p>
      </c:txPr>
    </c:title>
    <c:autoTitleDeleted val="0"/>
    <c:plotArea>
      <c:layout/>
      <c:barChart>
        <c:barDir val="col"/>
        <c:grouping val="percentStacked"/>
        <c:varyColors val="0"/>
        <c:ser>
          <c:idx val="0"/>
          <c:order val="0"/>
          <c:tx>
            <c:strRef>
              <c:f>'expo, musee'!$A$3</c:f>
              <c:strCache>
                <c:ptCount val="1"/>
                <c:pt idx="0">
                  <c:v>1 ou 2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dLbl>
              <c:idx val="2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0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C3FB-4838-9ACA-DD7E0831D9F5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'expo, musee'!$B$2:$F$2</c:f>
              <c:strCache>
                <c:ptCount val="5"/>
                <c:pt idx="0">
                  <c:v>Droit, Economie, Gestion</c:v>
                </c:pt>
                <c:pt idx="1">
                  <c:v>Arts, Lettres et Langues</c:v>
                </c:pt>
                <c:pt idx="2">
                  <c:v>Sciences, Technologies, Informatique</c:v>
                </c:pt>
                <c:pt idx="3">
                  <c:v>Sciences humaines et sociales</c:v>
                </c:pt>
                <c:pt idx="4">
                  <c:v>Santé</c:v>
                </c:pt>
              </c:strCache>
            </c:strRef>
          </c:cat>
          <c:val>
            <c:numRef>
              <c:f>'expo, musee'!$B$3:$F$3</c:f>
              <c:numCache>
                <c:formatCode>General</c:formatCode>
                <c:ptCount val="5"/>
                <c:pt idx="0">
                  <c:v>27.39</c:v>
                </c:pt>
                <c:pt idx="1">
                  <c:v>23.92</c:v>
                </c:pt>
                <c:pt idx="2">
                  <c:v>35.619999999999997</c:v>
                </c:pt>
                <c:pt idx="3">
                  <c:v>29.07</c:v>
                </c:pt>
                <c:pt idx="4">
                  <c:v>28.89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9B1-4C24-BB2F-C6B2538FBE95}"/>
            </c:ext>
          </c:extLst>
        </c:ser>
        <c:ser>
          <c:idx val="1"/>
          <c:order val="1"/>
          <c:tx>
            <c:strRef>
              <c:f>'expo, musee'!$A$4</c:f>
              <c:strCache>
                <c:ptCount val="1"/>
                <c:pt idx="0">
                  <c:v>3 à 5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'expo, musee'!$B$2:$F$2</c:f>
              <c:strCache>
                <c:ptCount val="5"/>
                <c:pt idx="0">
                  <c:v>Droit, Economie, Gestion</c:v>
                </c:pt>
                <c:pt idx="1">
                  <c:v>Arts, Lettres et Langues</c:v>
                </c:pt>
                <c:pt idx="2">
                  <c:v>Sciences, Technologies, Informatique</c:v>
                </c:pt>
                <c:pt idx="3">
                  <c:v>Sciences humaines et sociales</c:v>
                </c:pt>
                <c:pt idx="4">
                  <c:v>Santé</c:v>
                </c:pt>
              </c:strCache>
            </c:strRef>
          </c:cat>
          <c:val>
            <c:numRef>
              <c:f>'expo, musee'!$B$4:$F$4</c:f>
              <c:numCache>
                <c:formatCode>General</c:formatCode>
                <c:ptCount val="5"/>
                <c:pt idx="0">
                  <c:v>41.78</c:v>
                </c:pt>
                <c:pt idx="1">
                  <c:v>29.58</c:v>
                </c:pt>
                <c:pt idx="2">
                  <c:v>32.54</c:v>
                </c:pt>
                <c:pt idx="3">
                  <c:v>35.33</c:v>
                </c:pt>
                <c:pt idx="4">
                  <c:v>38.090000000000003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9B1-4C24-BB2F-C6B2538FBE95}"/>
            </c:ext>
          </c:extLst>
        </c:ser>
        <c:ser>
          <c:idx val="2"/>
          <c:order val="2"/>
          <c:tx>
            <c:strRef>
              <c:f>'expo, musee'!$A$5</c:f>
              <c:strCache>
                <c:ptCount val="1"/>
                <c:pt idx="0">
                  <c:v>6 à 8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'expo, musee'!$B$2:$F$2</c:f>
              <c:strCache>
                <c:ptCount val="5"/>
                <c:pt idx="0">
                  <c:v>Droit, Economie, Gestion</c:v>
                </c:pt>
                <c:pt idx="1">
                  <c:v>Arts, Lettres et Langues</c:v>
                </c:pt>
                <c:pt idx="2">
                  <c:v>Sciences, Technologies, Informatique</c:v>
                </c:pt>
                <c:pt idx="3">
                  <c:v>Sciences humaines et sociales</c:v>
                </c:pt>
                <c:pt idx="4">
                  <c:v>Santé</c:v>
                </c:pt>
              </c:strCache>
            </c:strRef>
          </c:cat>
          <c:val>
            <c:numRef>
              <c:f>'expo, musee'!$B$5:$F$5</c:f>
              <c:numCache>
                <c:formatCode>General</c:formatCode>
                <c:ptCount val="5"/>
                <c:pt idx="0">
                  <c:v>21.29</c:v>
                </c:pt>
                <c:pt idx="1">
                  <c:v>21.63</c:v>
                </c:pt>
                <c:pt idx="2">
                  <c:v>14.46</c:v>
                </c:pt>
                <c:pt idx="3">
                  <c:v>18.82</c:v>
                </c:pt>
                <c:pt idx="4">
                  <c:v>17.850000000000001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B9B1-4C24-BB2F-C6B2538FBE95}"/>
            </c:ext>
          </c:extLst>
        </c:ser>
        <c:ser>
          <c:idx val="3"/>
          <c:order val="3"/>
          <c:tx>
            <c:strRef>
              <c:f>'expo, musee'!$A$6</c:f>
              <c:strCache>
                <c:ptCount val="1"/>
                <c:pt idx="0">
                  <c:v>8 à 10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strRef>
              <c:f>'expo, musee'!$B$2:$F$2</c:f>
              <c:strCache>
                <c:ptCount val="5"/>
                <c:pt idx="0">
                  <c:v>Droit, Economie, Gestion</c:v>
                </c:pt>
                <c:pt idx="1">
                  <c:v>Arts, Lettres et Langues</c:v>
                </c:pt>
                <c:pt idx="2">
                  <c:v>Sciences, Technologies, Informatique</c:v>
                </c:pt>
                <c:pt idx="3">
                  <c:v>Sciences humaines et sociales</c:v>
                </c:pt>
                <c:pt idx="4">
                  <c:v>Santé</c:v>
                </c:pt>
              </c:strCache>
            </c:strRef>
          </c:cat>
          <c:val>
            <c:numRef>
              <c:f>'expo, musee'!$B$6:$F$6</c:f>
              <c:numCache>
                <c:formatCode>General</c:formatCode>
                <c:ptCount val="5"/>
                <c:pt idx="0">
                  <c:v>5.32</c:v>
                </c:pt>
                <c:pt idx="1">
                  <c:v>6.46</c:v>
                </c:pt>
                <c:pt idx="2">
                  <c:v>7.13</c:v>
                </c:pt>
                <c:pt idx="3">
                  <c:v>8.7899999999999991</c:v>
                </c:pt>
                <c:pt idx="4">
                  <c:v>6.32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B9B1-4C24-BB2F-C6B2538FBE95}"/>
            </c:ext>
          </c:extLst>
        </c:ser>
        <c:ser>
          <c:idx val="4"/>
          <c:order val="4"/>
          <c:tx>
            <c:strRef>
              <c:f>'expo, musee'!$A$7</c:f>
              <c:strCache>
                <c:ptCount val="1"/>
                <c:pt idx="0">
                  <c:v>Plus de 10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dLbls>
            <c:dLbl>
              <c:idx val="1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0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C3FB-4838-9ACA-DD7E0831D9F5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'expo, musee'!$B$2:$F$2</c:f>
              <c:strCache>
                <c:ptCount val="5"/>
                <c:pt idx="0">
                  <c:v>Droit, Economie, Gestion</c:v>
                </c:pt>
                <c:pt idx="1">
                  <c:v>Arts, Lettres et Langues</c:v>
                </c:pt>
                <c:pt idx="2">
                  <c:v>Sciences, Technologies, Informatique</c:v>
                </c:pt>
                <c:pt idx="3">
                  <c:v>Sciences humaines et sociales</c:v>
                </c:pt>
                <c:pt idx="4">
                  <c:v>Santé</c:v>
                </c:pt>
              </c:strCache>
            </c:strRef>
          </c:cat>
          <c:val>
            <c:numRef>
              <c:f>'expo, musee'!$B$7:$F$7</c:f>
              <c:numCache>
                <c:formatCode>General</c:formatCode>
                <c:ptCount val="5"/>
                <c:pt idx="0">
                  <c:v>4.21</c:v>
                </c:pt>
                <c:pt idx="1">
                  <c:v>18.41</c:v>
                </c:pt>
                <c:pt idx="2">
                  <c:v>10.25</c:v>
                </c:pt>
                <c:pt idx="3">
                  <c:v>7.99</c:v>
                </c:pt>
                <c:pt idx="4">
                  <c:v>8.84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B9B1-4C24-BB2F-C6B2538FBE9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100"/>
        <c:axId val="1571648543"/>
        <c:axId val="1571644703"/>
      </c:barChart>
      <c:catAx>
        <c:axId val="157164854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71644703"/>
        <c:crosses val="autoZero"/>
        <c:auto val="1"/>
        <c:lblAlgn val="ctr"/>
        <c:lblOffset val="100"/>
        <c:noMultiLvlLbl val="0"/>
      </c:catAx>
      <c:valAx>
        <c:axId val="157164470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7164854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GB" sz="1600" b="1" dirty="0" err="1"/>
              <a:t>Fréquence</a:t>
            </a:r>
            <a:r>
              <a:rPr lang="en-GB" sz="1600" b="1" baseline="0" dirty="0"/>
              <a:t> de sorties au concert/opéra par discipline</a:t>
            </a:r>
            <a:endParaRPr lang="en-GB" sz="1600" b="1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GB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'concert, opera'!$A$3</c:f>
              <c:strCache>
                <c:ptCount val="1"/>
                <c:pt idx="0">
                  <c:v>1 ou 2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dLbl>
              <c:idx val="3"/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F811-4507-BFCA-38B86AB8BE12}"/>
                </c:ext>
              </c:extLst>
            </c:dLbl>
            <c:dLbl>
              <c:idx val="4"/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F811-4507-BFCA-38B86AB8BE12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'concert, opera'!$B$2:$F$2</c:f>
              <c:strCache>
                <c:ptCount val="5"/>
                <c:pt idx="0">
                  <c:v>Droit, Economie, Gestion</c:v>
                </c:pt>
                <c:pt idx="1">
                  <c:v>Arts, Lettres et Langues</c:v>
                </c:pt>
                <c:pt idx="2">
                  <c:v>Sciences, Technologies, Informatique</c:v>
                </c:pt>
                <c:pt idx="3">
                  <c:v>Sciences humaines et sociales</c:v>
                </c:pt>
                <c:pt idx="4">
                  <c:v>Santé</c:v>
                </c:pt>
              </c:strCache>
            </c:strRef>
          </c:cat>
          <c:val>
            <c:numRef>
              <c:f>'concert, opera'!$B$3:$F$3</c:f>
              <c:numCache>
                <c:formatCode>General</c:formatCode>
                <c:ptCount val="5"/>
                <c:pt idx="0">
                  <c:v>50</c:v>
                </c:pt>
                <c:pt idx="1">
                  <c:v>50.03</c:v>
                </c:pt>
                <c:pt idx="2">
                  <c:v>54.53</c:v>
                </c:pt>
                <c:pt idx="3">
                  <c:v>61.34</c:v>
                </c:pt>
                <c:pt idx="4">
                  <c:v>54.77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D23-4631-B779-3D3C6A0EB14A}"/>
            </c:ext>
          </c:extLst>
        </c:ser>
        <c:ser>
          <c:idx val="1"/>
          <c:order val="1"/>
          <c:tx>
            <c:strRef>
              <c:f>'concert, opera'!$A$4</c:f>
              <c:strCache>
                <c:ptCount val="1"/>
                <c:pt idx="0">
                  <c:v>3 à 5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'concert, opera'!$B$2:$F$2</c:f>
              <c:strCache>
                <c:ptCount val="5"/>
                <c:pt idx="0">
                  <c:v>Droit, Economie, Gestion</c:v>
                </c:pt>
                <c:pt idx="1">
                  <c:v>Arts, Lettres et Langues</c:v>
                </c:pt>
                <c:pt idx="2">
                  <c:v>Sciences, Technologies, Informatique</c:v>
                </c:pt>
                <c:pt idx="3">
                  <c:v>Sciences humaines et sociales</c:v>
                </c:pt>
                <c:pt idx="4">
                  <c:v>Santé</c:v>
                </c:pt>
              </c:strCache>
            </c:strRef>
          </c:cat>
          <c:val>
            <c:numRef>
              <c:f>'concert, opera'!$B$4:$F$4</c:f>
              <c:numCache>
                <c:formatCode>General</c:formatCode>
                <c:ptCount val="5"/>
                <c:pt idx="0">
                  <c:v>27.34</c:v>
                </c:pt>
                <c:pt idx="1">
                  <c:v>36.72</c:v>
                </c:pt>
                <c:pt idx="2">
                  <c:v>26.68</c:v>
                </c:pt>
                <c:pt idx="3">
                  <c:v>24.54</c:v>
                </c:pt>
                <c:pt idx="4">
                  <c:v>25.76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D23-4631-B779-3D3C6A0EB14A}"/>
            </c:ext>
          </c:extLst>
        </c:ser>
        <c:ser>
          <c:idx val="2"/>
          <c:order val="2"/>
          <c:tx>
            <c:strRef>
              <c:f>'concert, opera'!$A$5</c:f>
              <c:strCache>
                <c:ptCount val="1"/>
                <c:pt idx="0">
                  <c:v>6 à 8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'concert, opera'!$B$2:$F$2</c:f>
              <c:strCache>
                <c:ptCount val="5"/>
                <c:pt idx="0">
                  <c:v>Droit, Economie, Gestion</c:v>
                </c:pt>
                <c:pt idx="1">
                  <c:v>Arts, Lettres et Langues</c:v>
                </c:pt>
                <c:pt idx="2">
                  <c:v>Sciences, Technologies, Informatique</c:v>
                </c:pt>
                <c:pt idx="3">
                  <c:v>Sciences humaines et sociales</c:v>
                </c:pt>
                <c:pt idx="4">
                  <c:v>Santé</c:v>
                </c:pt>
              </c:strCache>
            </c:strRef>
          </c:cat>
          <c:val>
            <c:numRef>
              <c:f>'concert, opera'!$B$5:$F$5</c:f>
              <c:numCache>
                <c:formatCode>General</c:formatCode>
                <c:ptCount val="5"/>
                <c:pt idx="0">
                  <c:v>14.18</c:v>
                </c:pt>
                <c:pt idx="1">
                  <c:v>5.88</c:v>
                </c:pt>
                <c:pt idx="2">
                  <c:v>8.17</c:v>
                </c:pt>
                <c:pt idx="3">
                  <c:v>8.51</c:v>
                </c:pt>
                <c:pt idx="4">
                  <c:v>12.67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2D23-4631-B779-3D3C6A0EB14A}"/>
            </c:ext>
          </c:extLst>
        </c:ser>
        <c:ser>
          <c:idx val="3"/>
          <c:order val="3"/>
          <c:tx>
            <c:strRef>
              <c:f>'concert, opera'!$A$6</c:f>
              <c:strCache>
                <c:ptCount val="1"/>
                <c:pt idx="0">
                  <c:v>8 à 10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strRef>
              <c:f>'concert, opera'!$B$2:$F$2</c:f>
              <c:strCache>
                <c:ptCount val="5"/>
                <c:pt idx="0">
                  <c:v>Droit, Economie, Gestion</c:v>
                </c:pt>
                <c:pt idx="1">
                  <c:v>Arts, Lettres et Langues</c:v>
                </c:pt>
                <c:pt idx="2">
                  <c:v>Sciences, Technologies, Informatique</c:v>
                </c:pt>
                <c:pt idx="3">
                  <c:v>Sciences humaines et sociales</c:v>
                </c:pt>
                <c:pt idx="4">
                  <c:v>Santé</c:v>
                </c:pt>
              </c:strCache>
            </c:strRef>
          </c:cat>
          <c:val>
            <c:numRef>
              <c:f>'concert, opera'!$B$6:$F$6</c:f>
              <c:numCache>
                <c:formatCode>General</c:formatCode>
                <c:ptCount val="5"/>
                <c:pt idx="0">
                  <c:v>6.46</c:v>
                </c:pt>
                <c:pt idx="1">
                  <c:v>1.1399999999999999</c:v>
                </c:pt>
                <c:pt idx="2">
                  <c:v>5.86</c:v>
                </c:pt>
                <c:pt idx="3">
                  <c:v>2.4700000000000002</c:v>
                </c:pt>
                <c:pt idx="4">
                  <c:v>4.7699999999999996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2D23-4631-B779-3D3C6A0EB14A}"/>
            </c:ext>
          </c:extLst>
        </c:ser>
        <c:ser>
          <c:idx val="4"/>
          <c:order val="4"/>
          <c:tx>
            <c:strRef>
              <c:f>'concert, opera'!$A$7</c:f>
              <c:strCache>
                <c:ptCount val="1"/>
                <c:pt idx="0">
                  <c:v>Plus de 10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dLbls>
            <c:dLbl>
              <c:idx val="1"/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F811-4507-BFCA-38B86AB8BE12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'concert, opera'!$B$2:$F$2</c:f>
              <c:strCache>
                <c:ptCount val="5"/>
                <c:pt idx="0">
                  <c:v>Droit, Economie, Gestion</c:v>
                </c:pt>
                <c:pt idx="1">
                  <c:v>Arts, Lettres et Langues</c:v>
                </c:pt>
                <c:pt idx="2">
                  <c:v>Sciences, Technologies, Informatique</c:v>
                </c:pt>
                <c:pt idx="3">
                  <c:v>Sciences humaines et sociales</c:v>
                </c:pt>
                <c:pt idx="4">
                  <c:v>Santé</c:v>
                </c:pt>
              </c:strCache>
            </c:strRef>
          </c:cat>
          <c:val>
            <c:numRef>
              <c:f>'concert, opera'!$B$7:$F$7</c:f>
              <c:numCache>
                <c:formatCode>General</c:formatCode>
                <c:ptCount val="5"/>
                <c:pt idx="0">
                  <c:v>2.02</c:v>
                </c:pt>
                <c:pt idx="1">
                  <c:v>6.24</c:v>
                </c:pt>
                <c:pt idx="2">
                  <c:v>4.76</c:v>
                </c:pt>
                <c:pt idx="3">
                  <c:v>3.14</c:v>
                </c:pt>
                <c:pt idx="4">
                  <c:v>2.0299999999999998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2D23-4631-B779-3D3C6A0EB14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axId val="1571648543"/>
        <c:axId val="1571644703"/>
      </c:barChart>
      <c:catAx>
        <c:axId val="157164854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71644703"/>
        <c:crosses val="autoZero"/>
        <c:auto val="1"/>
        <c:lblAlgn val="ctr"/>
        <c:lblOffset val="100"/>
        <c:noMultiLvlLbl val="0"/>
      </c:catAx>
      <c:valAx>
        <c:axId val="157164470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7164854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500C60A-C830-469C-B71A-EB847ABEFA32}" type="datetimeFigureOut">
              <a:rPr lang="en-GB" smtClean="0"/>
              <a:t>20/01/2026</a:t>
            </a:fld>
            <a:endParaRPr lang="en-GB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CE407C-EB87-466D-9F2D-5C3EF94D2A6B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548255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A1B804C-E7E1-77E0-54A6-63A7ADAF6B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CE3DEE81-B814-B898-94C4-2AC35D62420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GB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E959329-9B32-CA28-34E8-A6B8DAFBBD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E1C813-27FC-4BEB-9A79-64D4A0B7D71F}" type="datetime1">
              <a:rPr lang="en-GB" smtClean="0"/>
              <a:t>20/01/2026</a:t>
            </a:fld>
            <a:endParaRPr lang="en-GB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7F2CB12-38BE-0F2F-A7F0-9DF4F315DA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9A9A085-91F4-C86C-14B7-A6736F011C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309C2-3F83-4BDB-AA24-BA6E88993DF6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017995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B8A3C72-F66F-6C7E-465A-C31777D19B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6FDA126-B6F2-0391-28A8-7B17C91300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DE63437-311D-FB05-1D87-3217EE039D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F11DE-5829-4563-A983-92F8AF12A746}" type="datetime1">
              <a:rPr lang="en-GB" smtClean="0"/>
              <a:t>20/01/2026</a:t>
            </a:fld>
            <a:endParaRPr lang="en-GB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E64158E-007D-A37A-C0A0-5F9975A439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E8A0195-B556-586C-C31C-3C56A7B736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309C2-3F83-4BDB-AA24-BA6E88993DF6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840307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B5F95B3-E354-F073-DED9-56BDAEB651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B6378B1-6035-2330-AA8B-401EF76261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94291AF-FF0D-52D0-2DD2-A78258758D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670CA1-FC83-40A2-8CEB-571E5B513365}" type="datetime1">
              <a:rPr lang="en-GB" smtClean="0"/>
              <a:t>20/01/2026</a:t>
            </a:fld>
            <a:endParaRPr lang="en-GB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6A40E9B-3DBD-5CBD-839A-2232900BA6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8EBA8CD-D492-BEAA-3707-66F1CC1AE7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309C2-3F83-4BDB-AA24-BA6E88993DF6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802099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CA912C7-5613-1FD7-91D0-C3A82C10D2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032EE98-79D3-4BCD-349D-67875ED459D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3B2A6747-D7BD-866E-D024-3017C60FF0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DEE0468C-3E8F-2EC1-09A9-9CC37AD379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907622-8EF5-4DDB-8E36-DE68BBFD4B1B}" type="datetime1">
              <a:rPr lang="en-GB" smtClean="0"/>
              <a:t>20/01/2026</a:t>
            </a:fld>
            <a:endParaRPr lang="en-GB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AA58817D-36B1-0B3C-3C6A-C4EAE11C57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60AD61B3-F02B-3542-1BAB-B57007B02B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309C2-3F83-4BDB-AA24-BA6E88993DF6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916732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7040FD2-7A52-1EEB-388C-0E51049981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8A7AF262-C8BE-91BE-BA93-8018BFA8E4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9955689E-05D4-9CE2-5695-6B2B2C4B55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AE1056AE-1824-041F-542E-A5C89D78C6E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1EB10180-7D89-D9FE-F739-9F5AD75FCDE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E594FF76-15A3-694D-94E3-A1CA87346C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41869F-005F-4187-A234-27981BFFF20C}" type="datetime1">
              <a:rPr lang="en-GB" smtClean="0"/>
              <a:t>20/01/2026</a:t>
            </a:fld>
            <a:endParaRPr lang="en-GB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FD31062D-408B-96DF-6F70-DC37F5B3EE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29247AB4-111D-FB46-D4D3-05EE19F5DB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309C2-3F83-4BDB-AA24-BA6E88993DF6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580336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A324B84-6B11-DB7B-450E-1DA9282457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A82A2D4B-F7C1-371D-5536-5CCAE9AC91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02298-993D-47BF-A770-5A7C6245CA16}" type="datetime1">
              <a:rPr lang="en-GB" smtClean="0"/>
              <a:t>20/01/2026</a:t>
            </a:fld>
            <a:endParaRPr lang="en-GB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D3D0C518-5A0B-753C-CA84-4D59C04C5B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8C1327D5-3669-13DE-2F4E-643B100051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309C2-3F83-4BDB-AA24-BA6E88993DF6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160836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F3E6CAF5-86AC-C698-9C21-0D20F1B608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25EDF-F55F-4546-8184-CF9507492731}" type="datetime1">
              <a:rPr lang="en-GB" smtClean="0"/>
              <a:t>20/01/2026</a:t>
            </a:fld>
            <a:endParaRPr lang="en-GB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4FB43662-3C7A-2F01-458D-09E52169A5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E730807-E48B-7844-E327-5B065B3623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309C2-3F83-4BDB-AA24-BA6E88993DF6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114006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57A3AB9-18E8-C387-DCA4-AED2772159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67C8FFC-7888-4A34-71AC-C194B41420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06D86BDA-ED57-51D0-9B7E-0CF4ED2C57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6E6D3D96-51BE-9DA9-834E-9BD2434D11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CA6F3B-2A1C-4C3C-BF07-72F03810420E}" type="datetime1">
              <a:rPr lang="en-GB" smtClean="0"/>
              <a:t>20/01/2026</a:t>
            </a:fld>
            <a:endParaRPr lang="en-GB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89C3453D-E4EE-1A4B-A3D6-9779B8BA76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D254A4E1-C131-8FFA-FE5F-5252DAB455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309C2-3F83-4BDB-AA24-BA6E88993DF6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584946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3AA0061-65C5-A717-88A7-16574BAEB3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DAC50768-C1AC-9C03-746B-3DA5209F0C4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2C63C17F-039C-3B56-3988-2FF00E9716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5C067C2F-6E35-E559-7FD1-0880C7229F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FE677-30BA-42C8-800A-CE451AFEC925}" type="datetime1">
              <a:rPr lang="en-GB" smtClean="0"/>
              <a:t>20/01/2026</a:t>
            </a:fld>
            <a:endParaRPr lang="en-GB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D24C0B82-6AC8-A529-AB8B-EFC4C068DB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746F0027-92A0-6406-C88D-06B1D948A0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309C2-3F83-4BDB-AA24-BA6E88993DF6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856543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307A898-5D34-40DE-A747-FEEB6B8D4B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51C82A99-3691-2485-909B-20DF050D9C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BC79404-C99D-C340-4E16-C82678E17A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B1107-412C-45E8-BB80-7FC2EE14E2A3}" type="datetime1">
              <a:rPr lang="en-GB" smtClean="0"/>
              <a:t>20/01/2026</a:t>
            </a:fld>
            <a:endParaRPr lang="en-GB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9C58E64-7824-1E7B-E6F8-72D3E2B24D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385F94C-9A62-4C56-D898-F29C5C0F3A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309C2-3F83-4BDB-AA24-BA6E88993DF6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1472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50B929ED-E572-9AE2-E578-BD5C77121E5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2A54D1C4-479B-9A62-ABD2-C4C85D8317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42744FD-A04F-EF9B-27B8-BA0A4500A4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F45243-79F6-4847-92D2-CC86D575C00A}" type="datetime1">
              <a:rPr lang="en-GB" smtClean="0"/>
              <a:t>20/01/2026</a:t>
            </a:fld>
            <a:endParaRPr lang="en-GB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4E1B42E-2F18-7F85-B397-36E3120BD2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F1A4A34-250F-8D3D-9368-EFC8A8DC55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309C2-3F83-4BDB-AA24-BA6E88993DF6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278590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4A1C4AB0-87EF-E233-0CEB-9697B62EEB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FCF1F45C-A646-798A-D1C8-A52DD52463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42714BA-C3C2-844C-069D-C26C607D220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D0FDE76-4DDA-4C7C-B830-21FB94BC89FE}" type="datetime1">
              <a:rPr lang="en-GB" smtClean="0"/>
              <a:t>20/01/2026</a:t>
            </a:fld>
            <a:endParaRPr lang="en-GB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D23B31A-C62A-FAFF-95B9-1DCDAA8818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3519D60-B4DA-0E74-DDB6-ACA21A0296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D9309C2-3F83-4BDB-AA24-BA6E88993DF6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984627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svg"/><Relationship Id="rId7" Type="http://schemas.openxmlformats.org/officeDocument/2006/relationships/image" Target="../media/image18.sv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svg"/><Relationship Id="rId4" Type="http://schemas.openxmlformats.org/officeDocument/2006/relationships/image" Target="../media/image15.png"/><Relationship Id="rId9" Type="http://schemas.openxmlformats.org/officeDocument/2006/relationships/image" Target="../media/image20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EEC025D-5E60-776A-7E42-DCB716A5ECF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SAE Plan d’expérience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Image 3" descr="Une image contenant Police, Graphique, graphisme, texte&#10;&#10;Le contenu généré par l’IA peut être incorrect.">
            <a:extLst>
              <a:ext uri="{FF2B5EF4-FFF2-40B4-BE49-F238E27FC236}">
                <a16:creationId xmlns:a16="http://schemas.microsoft.com/office/drawing/2014/main" id="{C40D6654-EEF1-781F-F45F-B314747D13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2236" y="200058"/>
            <a:ext cx="3971540" cy="804544"/>
          </a:xfrm>
          <a:prstGeom prst="rect">
            <a:avLst/>
          </a:prstGeom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8E8A088F-52EF-65C3-C87D-0BCFF911CDA3}"/>
              </a:ext>
            </a:extLst>
          </p:cNvPr>
          <p:cNvSpPr txBox="1"/>
          <p:nvPr/>
        </p:nvSpPr>
        <p:spPr>
          <a:xfrm>
            <a:off x="268224" y="5447261"/>
            <a:ext cx="196900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BUT2 SD FI EMS</a:t>
            </a:r>
          </a:p>
          <a:p>
            <a:endParaRPr lang="en-GB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Amjad NASSER</a:t>
            </a:r>
          </a:p>
          <a:p>
            <a:r>
              <a:rPr lang="en-GB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Mathis BENTO AFONSO</a:t>
            </a:r>
          </a:p>
          <a:p>
            <a:r>
              <a:rPr lang="en-GB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Eliott SERRAF</a:t>
            </a:r>
          </a:p>
          <a:p>
            <a:r>
              <a:rPr lang="en-GB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Diana MAI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0DE8EB18-794C-E330-4F92-5ECA4595403B}"/>
              </a:ext>
            </a:extLst>
          </p:cNvPr>
          <p:cNvSpPr txBox="1"/>
          <p:nvPr/>
        </p:nvSpPr>
        <p:spPr>
          <a:xfrm>
            <a:off x="10924032" y="6370591"/>
            <a:ext cx="9997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21/01/2026</a:t>
            </a:r>
          </a:p>
        </p:txBody>
      </p:sp>
      <p:pic>
        <p:nvPicPr>
          <p:cNvPr id="1026" name="Picture 2" descr="Médiamétrie - Une nouvelle signature et un nouvel univers de marque pour  Médiamétrie">
            <a:extLst>
              <a:ext uri="{FF2B5EF4-FFF2-40B4-BE49-F238E27FC236}">
                <a16:creationId xmlns:a16="http://schemas.microsoft.com/office/drawing/2014/main" id="{5A9497BE-31BD-1074-4C38-1C77A36CC9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16408" y="99590"/>
            <a:ext cx="3480816" cy="9050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Sous-titre 2">
            <a:extLst>
              <a:ext uri="{FF2B5EF4-FFF2-40B4-BE49-F238E27FC236}">
                <a16:creationId xmlns:a16="http://schemas.microsoft.com/office/drawing/2014/main" id="{4B99CECA-8EE6-A6BC-8565-1FE57DB3F3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/>
          <a:p>
            <a:r>
              <a:rPr lang="fr-F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Traitements et analyses des données de l’enquête </a:t>
            </a:r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“Les pratiques culturelles des étudiants de UPC”</a:t>
            </a:r>
            <a:endParaRPr lang="en-GB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55467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6682256-71FD-E611-60F9-3ADBE27D6D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412E312-2E59-3CD3-72E5-18BCC5E51C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endParaRPr lang="fr-F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Données 2024 - 2025</a:t>
            </a:r>
          </a:p>
          <a:p>
            <a:pPr marL="0" indent="0">
              <a:buNone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QCM (27 questions)</a:t>
            </a:r>
          </a:p>
          <a:p>
            <a:pPr>
              <a:buFontTx/>
              <a:buChar char="-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Données brutes d’enquête (2 721 répondants, 82 variables)</a:t>
            </a:r>
          </a:p>
          <a:p>
            <a:pPr>
              <a:buFontTx/>
              <a:buChar char="-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Données théoriques INSEE (1 631 500 étudiants en France)</a:t>
            </a:r>
          </a:p>
          <a:p>
            <a:pPr>
              <a:buFontTx/>
              <a:buChar char="-"/>
            </a:pP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Tx/>
              <a:buChar char="-"/>
            </a:pP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Objectif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 extrapolation des données &amp; représentativité à l’échelle nationale</a:t>
            </a:r>
          </a:p>
          <a:p>
            <a:pPr marL="0" indent="0">
              <a:buNone/>
            </a:pP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6C438DE-313D-687E-D6C1-64C2309B0B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309C2-3F83-4BDB-AA24-BA6E88993DF6}" type="slidenum">
              <a:rPr lang="en-GB" smtClean="0"/>
              <a:t>2</a:t>
            </a:fld>
            <a:endParaRPr lang="en-GB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2F374075-8D5C-70C3-6E1A-8C2112EB21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6493" y="464692"/>
            <a:ext cx="1268535" cy="1466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95065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32B3A1-5CB6-3A5F-66E1-DB13144551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BEAED25-C3C7-0562-9344-47F9D73050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fr-FR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 PARCOURS UNIVERSITAIRE INFLUENCE-T-IL LES PRATIQUES CULTURELLES DES ETUDIANTS ?</a:t>
            </a:r>
            <a:endParaRPr lang="en-GB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82C30A3-9051-4BA3-F1F6-432640EE4B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17399" y="2486681"/>
            <a:ext cx="3770386" cy="3282997"/>
          </a:xfrm>
        </p:spPr>
        <p:txBody>
          <a:bodyPr>
            <a:normAutofit/>
          </a:bodyPr>
          <a:lstStyle/>
          <a:p>
            <a:pPr>
              <a:buFontTx/>
              <a:buChar char="-"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Habitudes culturelles par discipline</a:t>
            </a:r>
          </a:p>
          <a:p>
            <a:pPr>
              <a:buFontTx/>
              <a:buChar char="-"/>
            </a:pPr>
            <a:endParaRPr lang="fr-F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Tx/>
              <a:buChar char="-"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 et nombre de sorties</a:t>
            </a:r>
          </a:p>
          <a:p>
            <a:pPr>
              <a:buFontTx/>
              <a:buChar char="-"/>
            </a:pPr>
            <a:endParaRPr lang="fr-F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Tx/>
              <a:buChar char="-"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Freins à la participation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AAB74EBA-C9D5-3109-5033-F136D57042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309C2-3F83-4BDB-AA24-BA6E88993DF6}" type="slidenum">
              <a:rPr lang="en-GB" smtClean="0"/>
              <a:t>3</a:t>
            </a:fld>
            <a:endParaRPr lang="en-GB"/>
          </a:p>
        </p:txBody>
      </p:sp>
      <p:pic>
        <p:nvPicPr>
          <p:cNvPr id="5" name="Image 4" descr="Une image contenant texte, capture d’écran, ligne, Police&#10;&#10;Le contenu généré par l’IA peut être incorrect.">
            <a:extLst>
              <a:ext uri="{FF2B5EF4-FFF2-40B4-BE49-F238E27FC236}">
                <a16:creationId xmlns:a16="http://schemas.microsoft.com/office/drawing/2014/main" id="{2D5EC851-9568-DE10-7520-36DB857B08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787" y="2170746"/>
            <a:ext cx="6942455" cy="3491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38850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85C3C9-9AC5-8CBB-1846-01C4F66F0F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C0453BE-68F4-3332-35FF-E281DD3C9D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PREPARATION DES DONNEES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8E42D18-2038-D7AD-3A4C-2659F44630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4790" y="2223984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Nettoyage de la base</a:t>
            </a:r>
          </a:p>
          <a:p>
            <a:pPr marL="0" indent="0">
              <a:buNone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2 721 réponses initiales 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 1984 réponses exploitables</a:t>
            </a: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Construction de la table de marges</a:t>
            </a:r>
          </a:p>
          <a:p>
            <a:pPr marL="0" indent="0">
              <a:buNone/>
            </a:pP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80CCA44-6E1F-4F55-1FAD-9B5BD5DAA9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309C2-3F83-4BDB-AA24-BA6E88993DF6}" type="slidenum">
              <a:rPr lang="en-GB" smtClean="0"/>
              <a:t>4</a:t>
            </a:fld>
            <a:endParaRPr lang="en-GB"/>
          </a:p>
        </p:txBody>
      </p:sp>
      <p:pic>
        <p:nvPicPr>
          <p:cNvPr id="5" name="Image 4" descr="Une image contenant texte, capture d’écran, Police, ligne&#10;&#10;Le contenu généré par l’IA peut être incorrect.">
            <a:extLst>
              <a:ext uri="{FF2B5EF4-FFF2-40B4-BE49-F238E27FC236}">
                <a16:creationId xmlns:a16="http://schemas.microsoft.com/office/drawing/2014/main" id="{61395B68-3734-53DB-51E3-799B46D43B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1610" y="4399653"/>
            <a:ext cx="7748990" cy="1009618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170AF152-CC67-1B1B-BE07-4A4BB84FA7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52535" y="589755"/>
            <a:ext cx="1201265" cy="1235870"/>
          </a:xfrm>
          <a:prstGeom prst="rect">
            <a:avLst/>
          </a:prstGeom>
        </p:spPr>
      </p:pic>
      <p:sp>
        <p:nvSpPr>
          <p:cNvPr id="11" name="ZoneTexte 10">
            <a:extLst>
              <a:ext uri="{FF2B5EF4-FFF2-40B4-BE49-F238E27FC236}">
                <a16:creationId xmlns:a16="http://schemas.microsoft.com/office/drawing/2014/main" id="{5461C529-6472-7A75-8843-DA5F22B84D34}"/>
              </a:ext>
            </a:extLst>
          </p:cNvPr>
          <p:cNvSpPr txBox="1"/>
          <p:nvPr/>
        </p:nvSpPr>
        <p:spPr>
          <a:xfrm>
            <a:off x="791380" y="5573235"/>
            <a:ext cx="85932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 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Discipline &amp; Cursus pour optimiser la représentativité de tous les étudiants en France</a:t>
            </a:r>
          </a:p>
        </p:txBody>
      </p:sp>
    </p:spTree>
    <p:extLst>
      <p:ext uri="{BB962C8B-B14F-4D97-AF65-F5344CB8AC3E}">
        <p14:creationId xmlns:p14="http://schemas.microsoft.com/office/powerpoint/2010/main" val="30054502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0D82CE-A535-6277-06BE-7540289C4E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E5B517E-53AC-59CA-EC5F-4AB323AA35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REDRESSEMENT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1049ADD-4990-B3D5-9767-3D6097F1D1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309C2-3F83-4BDB-AA24-BA6E88993DF6}" type="slidenum">
              <a:rPr lang="en-GB" smtClean="0"/>
              <a:t>5</a:t>
            </a:fld>
            <a:endParaRPr lang="en-GB"/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4F65336C-B159-A2D2-EEEB-70D0403B6F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19488" y="619105"/>
            <a:ext cx="1993392" cy="817602"/>
          </a:xfrm>
          <a:prstGeom prst="rect">
            <a:avLst/>
          </a:prstGeom>
        </p:spPr>
      </p:pic>
      <p:sp>
        <p:nvSpPr>
          <p:cNvPr id="13" name="Espace réservé du contenu 2">
            <a:extLst>
              <a:ext uri="{FF2B5EF4-FFF2-40B4-BE49-F238E27FC236}">
                <a16:creationId xmlns:a16="http://schemas.microsoft.com/office/drawing/2014/main" id="{93010CEE-75E8-FBCA-1770-7F048E2FBD0E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Recodage des variables</a:t>
            </a:r>
          </a:p>
          <a:p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Discipline &amp; Cursus</a:t>
            </a:r>
          </a:p>
          <a:p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Types de sorties culturelles (cinéma, théâtre, spectacle, concert, musée)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Macro CALMAR2 de l’INSEE</a:t>
            </a:r>
          </a:p>
          <a:p>
            <a:pPr marL="0" indent="0">
              <a:buNone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Attribuer un poids à chaque étudiant selon sa représentativité</a:t>
            </a:r>
          </a:p>
          <a:p>
            <a:pPr marL="0" indent="0">
              <a:buNone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(VE = somme des poids = pop totale = 1 631 500 )</a:t>
            </a:r>
          </a:p>
        </p:txBody>
      </p:sp>
      <p:pic>
        <p:nvPicPr>
          <p:cNvPr id="16" name="Image 15" descr="Une image contenant texte, capture d’écran, Police, ligne&#10;&#10;Le contenu généré par l’IA peut être incorrect.">
            <a:extLst>
              <a:ext uri="{FF2B5EF4-FFF2-40B4-BE49-F238E27FC236}">
                <a16:creationId xmlns:a16="http://schemas.microsoft.com/office/drawing/2014/main" id="{B5CC663A-9EC8-B46B-AD8B-81A8112A21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09813" y="5394325"/>
            <a:ext cx="2419350" cy="962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86335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B20050-EA76-FF6C-7DC6-35A897DB5F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DC33F0C-8BE5-BDCD-A351-BE938F98E0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1138312" cy="1325563"/>
          </a:xfrm>
        </p:spPr>
        <p:txBody>
          <a:bodyPr/>
          <a:lstStyle/>
          <a:p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EXPÉRIENCES CULTURELLES FAVORITES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087A177-CAAB-9FE9-E084-8A7557B64E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309C2-3F83-4BDB-AA24-BA6E88993DF6}" type="slidenum">
              <a:rPr lang="en-GB" smtClean="0"/>
              <a:t>6</a:t>
            </a:fld>
            <a:endParaRPr lang="en-GB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0B6F89B7-1B61-17E1-9A2F-CAB64ADCD7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68495"/>
            <a:ext cx="10070592" cy="4522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32924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147CD5-217A-7DE0-B727-89CC175428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EC8BD22-F8F4-345A-FAF9-2679CB5E72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FREINS À LA PARTICIPATION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C8B8A3C-6662-56C8-5F17-21F302C53F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309C2-3F83-4BDB-AA24-BA6E88993DF6}" type="slidenum">
              <a:rPr lang="en-GB" smtClean="0"/>
              <a:t>7</a:t>
            </a:fld>
            <a:endParaRPr lang="en-GB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6C049E19-9303-488D-D15F-42630B38FB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97364"/>
            <a:ext cx="10180320" cy="4571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90255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A765E0-9141-ADFE-D5CF-6DBF0B06F2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432FD5C-675A-71C8-DF78-FEE92C6273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1021568" cy="1325563"/>
          </a:xfrm>
        </p:spPr>
        <p:txBody>
          <a:bodyPr/>
          <a:lstStyle/>
          <a:p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FRÉQUENCE DE SORTIES CULTURELLES PAR DISCIPLINE : </a:t>
            </a:r>
            <a:r>
              <a:rPr lang="fr-FR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cinéma</a:t>
            </a:r>
            <a:endParaRPr lang="en-GB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48CC243-11DC-9EDE-83D2-38074C766C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89570" y="2522758"/>
            <a:ext cx="3870198" cy="897607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fr-FR" sz="1800" dirty="0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Les disciplines littéraires favorisent une </a:t>
            </a:r>
            <a:r>
              <a:rPr lang="fr-FR" sz="1800" b="1" dirty="0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immersion culturelle intense </a:t>
            </a:r>
            <a:r>
              <a:rPr lang="fr-FR" sz="1800" dirty="0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avec une affinité pour les </a:t>
            </a:r>
            <a:r>
              <a:rPr lang="fr-FR" sz="1800" b="1" dirty="0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arts visuels et narratifs</a:t>
            </a:r>
            <a:endParaRPr lang="en-GB" sz="1800" b="1" dirty="0">
              <a:solidFill>
                <a:schemeClr val="accent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DE6FBEC-F372-3960-2321-8FBDC9ACD3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309C2-3F83-4BDB-AA24-BA6E88993DF6}" type="slidenum">
              <a:rPr lang="en-GB" smtClean="0"/>
              <a:t>8</a:t>
            </a:fld>
            <a:endParaRPr lang="en-GB"/>
          </a:p>
        </p:txBody>
      </p:sp>
      <p:graphicFrame>
        <p:nvGraphicFramePr>
          <p:cNvPr id="8" name="Graphique 7">
            <a:extLst>
              <a:ext uri="{FF2B5EF4-FFF2-40B4-BE49-F238E27FC236}">
                <a16:creationId xmlns:a16="http://schemas.microsoft.com/office/drawing/2014/main" id="{29740D7B-2300-F074-A1AA-545EA7CF7C5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19858492"/>
              </p:ext>
            </p:extLst>
          </p:nvPr>
        </p:nvGraphicFramePr>
        <p:xfrm>
          <a:off x="838200" y="2056539"/>
          <a:ext cx="6880416" cy="383978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0" name="Rectangle 9">
            <a:extLst>
              <a:ext uri="{FF2B5EF4-FFF2-40B4-BE49-F238E27FC236}">
                <a16:creationId xmlns:a16="http://schemas.microsoft.com/office/drawing/2014/main" id="{26450BD0-44CC-2BDB-7097-80388DF25190}"/>
              </a:ext>
            </a:extLst>
          </p:cNvPr>
          <p:cNvSpPr/>
          <p:nvPr/>
        </p:nvSpPr>
        <p:spPr>
          <a:xfrm>
            <a:off x="2843784" y="2843784"/>
            <a:ext cx="731520" cy="320040"/>
          </a:xfrm>
          <a:prstGeom prst="rect">
            <a:avLst/>
          </a:prstGeom>
          <a:noFill/>
          <a:ln w="28575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519578E-6AF1-5EAD-F6B7-B43B77410195}"/>
              </a:ext>
            </a:extLst>
          </p:cNvPr>
          <p:cNvSpPr/>
          <p:nvPr/>
        </p:nvSpPr>
        <p:spPr>
          <a:xfrm>
            <a:off x="5364480" y="2654808"/>
            <a:ext cx="731520" cy="320040"/>
          </a:xfrm>
          <a:prstGeom prst="rect">
            <a:avLst/>
          </a:prstGeom>
          <a:noFill/>
          <a:ln w="28575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E92B783-6D86-6430-5120-E923D3649464}"/>
              </a:ext>
            </a:extLst>
          </p:cNvPr>
          <p:cNvSpPr/>
          <p:nvPr/>
        </p:nvSpPr>
        <p:spPr>
          <a:xfrm>
            <a:off x="7885176" y="2284346"/>
            <a:ext cx="4038600" cy="1325563"/>
          </a:xfrm>
          <a:prstGeom prst="rect">
            <a:avLst/>
          </a:prstGeom>
          <a:noFill/>
          <a:ln w="28575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088354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0D6142-79BA-D652-18FF-FE22331FE7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E04EDAF-09A5-0AEE-49BE-22B384D465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68384" y="3667220"/>
            <a:ext cx="2956560" cy="98660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fr-FR" sz="16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Moyenne de « 3 à 5 sorties » toutes filières confondues = </a:t>
            </a:r>
            <a:r>
              <a:rPr lang="fr-FR" sz="16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35.464</a:t>
            </a:r>
          </a:p>
          <a:p>
            <a:pPr marL="0" indent="0">
              <a:buNone/>
            </a:pPr>
            <a:r>
              <a:rPr lang="fr-FR" sz="16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 Sorties modérées </a:t>
            </a:r>
            <a:r>
              <a:rPr lang="fr-FR" sz="16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au musée / expo dans toutes les filières</a:t>
            </a:r>
            <a:endParaRPr lang="fr-FR" sz="1600" dirty="0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E61129C2-FE09-8CEF-F377-C08DB69D3C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309C2-3F83-4BDB-AA24-BA6E88993DF6}" type="slidenum">
              <a:rPr lang="en-GB" smtClean="0"/>
              <a:t>9</a:t>
            </a:fld>
            <a:endParaRPr lang="en-GB"/>
          </a:p>
        </p:txBody>
      </p:sp>
      <p:graphicFrame>
        <p:nvGraphicFramePr>
          <p:cNvPr id="5" name="Graphique 4">
            <a:extLst>
              <a:ext uri="{FF2B5EF4-FFF2-40B4-BE49-F238E27FC236}">
                <a16:creationId xmlns:a16="http://schemas.microsoft.com/office/drawing/2014/main" id="{A2895047-8959-4890-8CCD-EB80BB034AB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50669177"/>
              </p:ext>
            </p:extLst>
          </p:nvPr>
        </p:nvGraphicFramePr>
        <p:xfrm>
          <a:off x="523304" y="2295144"/>
          <a:ext cx="7438644" cy="373075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Flèche : gauche 5">
            <a:extLst>
              <a:ext uri="{FF2B5EF4-FFF2-40B4-BE49-F238E27FC236}">
                <a16:creationId xmlns:a16="http://schemas.microsoft.com/office/drawing/2014/main" id="{9B10DCD2-20EA-548E-6FAC-2DDE0C894214}"/>
              </a:ext>
            </a:extLst>
          </p:cNvPr>
          <p:cNvSpPr/>
          <p:nvPr/>
        </p:nvSpPr>
        <p:spPr>
          <a:xfrm>
            <a:off x="8089773" y="3790188"/>
            <a:ext cx="841248" cy="612648"/>
          </a:xfrm>
          <a:prstGeom prst="leftArrow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9" name="Titre 1">
            <a:extLst>
              <a:ext uri="{FF2B5EF4-FFF2-40B4-BE49-F238E27FC236}">
                <a16:creationId xmlns:a16="http://schemas.microsoft.com/office/drawing/2014/main" id="{5B900BB4-6E61-3602-70D1-9856099DCC5D}"/>
              </a:ext>
            </a:extLst>
          </p:cNvPr>
          <p:cNvSpPr>
            <a:spLocks noGrp="1"/>
          </p:cNvSpPr>
          <p:nvPr/>
        </p:nvSpPr>
        <p:spPr>
          <a:xfrm>
            <a:off x="838200" y="388143"/>
            <a:ext cx="10874022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FRÉQUENCE DE SORTIES CULTURELLES PAR DISCIPLINE : </a:t>
            </a:r>
            <a:r>
              <a:rPr lang="fr-FR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musée / exposition</a:t>
            </a:r>
            <a:endParaRPr lang="en-GB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13513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C4FC21-2790-FF2A-3DAB-3E35784715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B0C7375-C80A-A7C0-D49C-78B8BAA75B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00516" y="2430231"/>
            <a:ext cx="2816352" cy="1325562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fr-FR" sz="18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Très peu d’étudiants vont à des concerts / opéras car :</a:t>
            </a:r>
          </a:p>
          <a:p>
            <a:pPr>
              <a:buFont typeface="Wingdings" panose="05000000000000000000" pitchFamily="2" charset="2"/>
              <a:buChar char="è"/>
            </a:pPr>
            <a:r>
              <a:rPr lang="fr-FR" sz="18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Coûteux</a:t>
            </a:r>
          </a:p>
          <a:p>
            <a:pPr>
              <a:buFont typeface="Wingdings" panose="05000000000000000000" pitchFamily="2" charset="2"/>
              <a:buChar char="è"/>
            </a:pPr>
            <a:r>
              <a:rPr lang="fr-FR" sz="18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Manque de temps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9305DE2-1056-3DC1-4492-A0C7604D8B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309C2-3F83-4BDB-AA24-BA6E88993DF6}" type="slidenum">
              <a:rPr lang="en-GB" smtClean="0"/>
              <a:t>10</a:t>
            </a:fld>
            <a:endParaRPr lang="en-GB"/>
          </a:p>
        </p:txBody>
      </p:sp>
      <p:graphicFrame>
        <p:nvGraphicFramePr>
          <p:cNvPr id="6" name="Graphique 5">
            <a:extLst>
              <a:ext uri="{FF2B5EF4-FFF2-40B4-BE49-F238E27FC236}">
                <a16:creationId xmlns:a16="http://schemas.microsoft.com/office/drawing/2014/main" id="{ABA6E661-6D67-1E4B-1B07-0DE77B434F0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90208002"/>
              </p:ext>
            </p:extLst>
          </p:nvPr>
        </p:nvGraphicFramePr>
        <p:xfrm>
          <a:off x="556768" y="2071242"/>
          <a:ext cx="7380224" cy="379920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8" name="Espace réservé du contenu 2">
            <a:extLst>
              <a:ext uri="{FF2B5EF4-FFF2-40B4-BE49-F238E27FC236}">
                <a16:creationId xmlns:a16="http://schemas.microsoft.com/office/drawing/2014/main" id="{BEDC7CD6-7CFD-E7B7-19BE-D5A06E3E254C}"/>
              </a:ext>
            </a:extLst>
          </p:cNvPr>
          <p:cNvSpPr txBox="1">
            <a:spLocks/>
          </p:cNvSpPr>
          <p:nvPr/>
        </p:nvSpPr>
        <p:spPr>
          <a:xfrm>
            <a:off x="8700516" y="4258769"/>
            <a:ext cx="2563368" cy="1091629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fr-FR" sz="1800" dirty="0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Les étudiants en Arts, Lettres et Langues représentent la filière la plus attirée par ces sorties.</a:t>
            </a:r>
            <a:endParaRPr lang="en-GB" sz="1800" dirty="0">
              <a:solidFill>
                <a:schemeClr val="accent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itre 1">
            <a:extLst>
              <a:ext uri="{FF2B5EF4-FFF2-40B4-BE49-F238E27FC236}">
                <a16:creationId xmlns:a16="http://schemas.microsoft.com/office/drawing/2014/main" id="{BC5596B6-2F72-B73A-7203-73F7C1E26EE0}"/>
              </a:ext>
            </a:extLst>
          </p:cNvPr>
          <p:cNvSpPr>
            <a:spLocks noGrp="1"/>
          </p:cNvSpPr>
          <p:nvPr/>
        </p:nvSpPr>
        <p:spPr>
          <a:xfrm>
            <a:off x="838199" y="388143"/>
            <a:ext cx="10867887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FRÉQUENCE DE SORTIES CULTURELLES PAR DISCIPLINE : </a:t>
            </a:r>
            <a:r>
              <a:rPr lang="fr-FR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concert / opéra</a:t>
            </a:r>
            <a:endParaRPr lang="en-GB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70414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F754F5-6731-28F3-E4AC-D83F6396D2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41567BE-0FAF-2036-0596-67FD8FA2BA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>
                <a:latin typeface="Times New Roman" panose="02020603050405020304" pitchFamily="18" charset="0"/>
                <a:cs typeface="Times New Roman" panose="02020603050405020304" pitchFamily="18" charset="0"/>
              </a:rPr>
              <a:t>FREINS PAR DISCIPLINE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9E68E8C-C023-AE56-88DB-CA346ACD4B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309C2-3F83-4BDB-AA24-BA6E88993DF6}" type="slidenum">
              <a:rPr lang="en-GB" smtClean="0"/>
              <a:t>11</a:t>
            </a:fld>
            <a:endParaRPr lang="en-GB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83BD1E37-E3CB-7A5F-D65B-22E145220E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9" y="1690688"/>
            <a:ext cx="10253473" cy="4604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07906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3991A7-970A-0B8E-DA31-60665EFC52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D1C267A-6865-E0CB-7BC2-2555B424FF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309C2-3F83-4BDB-AA24-BA6E88993DF6}" type="slidenum">
              <a:rPr lang="en-GB" smtClean="0"/>
              <a:t>12</a:t>
            </a:fld>
            <a:endParaRPr lang="en-GB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37272A43-A39F-D7FD-8B52-429131E5DD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9" y="1690688"/>
            <a:ext cx="10183397" cy="4572952"/>
          </a:xfrm>
          <a:prstGeom prst="rect">
            <a:avLst/>
          </a:prstGeom>
        </p:spPr>
      </p:pic>
      <p:sp>
        <p:nvSpPr>
          <p:cNvPr id="8" name="Titre 1">
            <a:extLst>
              <a:ext uri="{FF2B5EF4-FFF2-40B4-BE49-F238E27FC236}">
                <a16:creationId xmlns:a16="http://schemas.microsoft.com/office/drawing/2014/main" id="{75471FF8-ACAF-03F6-CD11-BFBB64F54C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fr-FR">
                <a:latin typeface="Times New Roman" panose="02020603050405020304" pitchFamily="18" charset="0"/>
                <a:cs typeface="Times New Roman" panose="02020603050405020304" pitchFamily="18" charset="0"/>
              </a:rPr>
              <a:t>FREINS PAR DISCIPLINE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00137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8F8229-54C4-AB6C-02D2-B217973F20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4012E08-540D-DEE6-62D2-7E204B5A50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8EF3760-20C2-E3BF-2B7E-13B8DAD28F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002996"/>
          </a:xfrm>
        </p:spPr>
        <p:txBody>
          <a:bodyPr/>
          <a:lstStyle/>
          <a:p>
            <a:pPr marL="0" indent="0">
              <a:buNone/>
            </a:pPr>
            <a:r>
              <a:rPr lang="fr-FR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 discipline des étudiants influence-t-elle leurs activités culturelles ?</a:t>
            </a:r>
          </a:p>
          <a:p>
            <a:pPr marL="0" indent="0">
              <a:buNone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Oui, on remarque des profils types par filière d’études.</a:t>
            </a:r>
            <a:endParaRPr lang="fr-FR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ABCD590F-C8DC-B748-42C3-033A91708A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309C2-3F83-4BDB-AA24-BA6E88993DF6}" type="slidenum">
              <a:rPr lang="en-GB" smtClean="0"/>
              <a:t>13</a:t>
            </a:fld>
            <a:endParaRPr lang="en-GB" dirty="0"/>
          </a:p>
        </p:txBody>
      </p:sp>
      <p:pic>
        <p:nvPicPr>
          <p:cNvPr id="6" name="Graphique 5" descr="Toque d'étudiant avec un remplissage uni">
            <a:extLst>
              <a:ext uri="{FF2B5EF4-FFF2-40B4-BE49-F238E27FC236}">
                <a16:creationId xmlns:a16="http://schemas.microsoft.com/office/drawing/2014/main" id="{7162ABA1-A653-E967-CDFC-664136535D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837282" y="671987"/>
            <a:ext cx="775353" cy="775353"/>
          </a:xfrm>
          <a:prstGeom prst="rect">
            <a:avLst/>
          </a:prstGeom>
        </p:spPr>
      </p:pic>
      <p:pic>
        <p:nvPicPr>
          <p:cNvPr id="8" name="Graphique 7" descr="Argent avec un remplissage uni">
            <a:extLst>
              <a:ext uri="{FF2B5EF4-FFF2-40B4-BE49-F238E27FC236}">
                <a16:creationId xmlns:a16="http://schemas.microsoft.com/office/drawing/2014/main" id="{3795617D-1335-96AB-AE3A-8C4D7D076D1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183113" y="4423705"/>
            <a:ext cx="495299" cy="495299"/>
          </a:xfrm>
          <a:prstGeom prst="rect">
            <a:avLst/>
          </a:prstGeom>
        </p:spPr>
      </p:pic>
      <p:pic>
        <p:nvPicPr>
          <p:cNvPr id="10" name="Graphique 9" descr="Sablier 60% avec un remplissage uni">
            <a:extLst>
              <a:ext uri="{FF2B5EF4-FFF2-40B4-BE49-F238E27FC236}">
                <a16:creationId xmlns:a16="http://schemas.microsoft.com/office/drawing/2014/main" id="{9D2F0E4D-E987-9382-ED11-7978F2ECFE9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599897" y="4452864"/>
            <a:ext cx="590229" cy="590229"/>
          </a:xfrm>
          <a:prstGeom prst="rect">
            <a:avLst/>
          </a:prstGeom>
        </p:spPr>
      </p:pic>
      <p:pic>
        <p:nvPicPr>
          <p:cNvPr id="14" name="Graphique 13" descr="Mégaphone1 avec un remplissage uni">
            <a:extLst>
              <a:ext uri="{FF2B5EF4-FFF2-40B4-BE49-F238E27FC236}">
                <a16:creationId xmlns:a16="http://schemas.microsoft.com/office/drawing/2014/main" id="{2F59D5EA-2536-30DA-2A7B-D759A353B12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354852" y="4317534"/>
            <a:ext cx="731742" cy="731742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D1DC6295-CE4F-FBFE-1F51-E3C34595BC33}"/>
              </a:ext>
            </a:extLst>
          </p:cNvPr>
          <p:cNvSpPr/>
          <p:nvPr/>
        </p:nvSpPr>
        <p:spPr>
          <a:xfrm>
            <a:off x="950862" y="3154255"/>
            <a:ext cx="2297643" cy="1089995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590A5D99-74BE-41AF-9019-5385448E1DAF}"/>
              </a:ext>
            </a:extLst>
          </p:cNvPr>
          <p:cNvSpPr txBox="1"/>
          <p:nvPr/>
        </p:nvSpPr>
        <p:spPr>
          <a:xfrm>
            <a:off x="1338340" y="3359678"/>
            <a:ext cx="15750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PRECARITE ETUDIANTE</a:t>
            </a:r>
            <a:endParaRPr lang="en-GB" dirty="0"/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A9213F52-85AD-8D3E-1F0E-AD160CE1A96B}"/>
              </a:ext>
            </a:extLst>
          </p:cNvPr>
          <p:cNvSpPr txBox="1"/>
          <p:nvPr/>
        </p:nvSpPr>
        <p:spPr>
          <a:xfrm>
            <a:off x="8511540" y="3359678"/>
            <a:ext cx="15750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MANQUE D’INFOS</a:t>
            </a:r>
            <a:endParaRPr lang="en-GB" dirty="0"/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2636B2B6-2CFB-B1F6-E2AD-FCC0EEFC1A00}"/>
              </a:ext>
            </a:extLst>
          </p:cNvPr>
          <p:cNvSpPr txBox="1"/>
          <p:nvPr/>
        </p:nvSpPr>
        <p:spPr>
          <a:xfrm>
            <a:off x="4478763" y="3382687"/>
            <a:ext cx="23436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LOURDES ETUDES</a:t>
            </a:r>
          </a:p>
          <a:p>
            <a:pPr algn="ctr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+ EDT CHARGES</a:t>
            </a:r>
            <a:endParaRPr lang="en-GB" dirty="0"/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396BA7AD-5781-BF93-8E95-29CDFBCDB89F}"/>
              </a:ext>
            </a:extLst>
          </p:cNvPr>
          <p:cNvSpPr txBox="1"/>
          <p:nvPr/>
        </p:nvSpPr>
        <p:spPr>
          <a:xfrm>
            <a:off x="977045" y="5335039"/>
            <a:ext cx="229764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ACTIVITES ONEREUSES ET PEU ABORDABLES</a:t>
            </a:r>
            <a:endParaRPr lang="en-GB" dirty="0"/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6D868FD2-D01A-2034-D1F2-345F62C5E191}"/>
              </a:ext>
            </a:extLst>
          </p:cNvPr>
          <p:cNvSpPr txBox="1"/>
          <p:nvPr/>
        </p:nvSpPr>
        <p:spPr>
          <a:xfrm>
            <a:off x="4859836" y="5473539"/>
            <a:ext cx="15750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MANQUE DE TEMPS</a:t>
            </a:r>
            <a:endParaRPr lang="en-GB" dirty="0"/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D6935FD3-E67F-5AE2-357C-59E0D617CC50}"/>
              </a:ext>
            </a:extLst>
          </p:cNvPr>
          <p:cNvSpPr txBox="1"/>
          <p:nvPr/>
        </p:nvSpPr>
        <p:spPr>
          <a:xfrm>
            <a:off x="8208270" y="5433840"/>
            <a:ext cx="21815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PEU D’ACCESSIBILITE</a:t>
            </a:r>
            <a:endParaRPr lang="en-GB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745B81B-D0F2-5708-81EA-BA2F5FB045E6}"/>
              </a:ext>
            </a:extLst>
          </p:cNvPr>
          <p:cNvSpPr/>
          <p:nvPr/>
        </p:nvSpPr>
        <p:spPr>
          <a:xfrm>
            <a:off x="4313021" y="3154254"/>
            <a:ext cx="2627275" cy="1089995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CACA038-BA87-A710-F881-E54EDEEE1B40}"/>
              </a:ext>
            </a:extLst>
          </p:cNvPr>
          <p:cNvSpPr/>
          <p:nvPr/>
        </p:nvSpPr>
        <p:spPr>
          <a:xfrm>
            <a:off x="8264867" y="3153143"/>
            <a:ext cx="2068399" cy="1089995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41B9E97-E54F-90E7-38C3-852EF75AFB40}"/>
              </a:ext>
            </a:extLst>
          </p:cNvPr>
          <p:cNvSpPr/>
          <p:nvPr/>
        </p:nvSpPr>
        <p:spPr>
          <a:xfrm>
            <a:off x="4333726" y="5251708"/>
            <a:ext cx="2627275" cy="1089995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5112256-6ED4-8279-A525-D2C5069ECF02}"/>
              </a:ext>
            </a:extLst>
          </p:cNvPr>
          <p:cNvSpPr/>
          <p:nvPr/>
        </p:nvSpPr>
        <p:spPr>
          <a:xfrm>
            <a:off x="8264867" y="5212009"/>
            <a:ext cx="2068399" cy="1089995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4E05011-125F-D8D4-4B05-C0956FE97A29}"/>
              </a:ext>
            </a:extLst>
          </p:cNvPr>
          <p:cNvSpPr/>
          <p:nvPr/>
        </p:nvSpPr>
        <p:spPr>
          <a:xfrm>
            <a:off x="1005344" y="5251706"/>
            <a:ext cx="2297643" cy="1089995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4" name="Flèche : bas 33">
            <a:extLst>
              <a:ext uri="{FF2B5EF4-FFF2-40B4-BE49-F238E27FC236}">
                <a16:creationId xmlns:a16="http://schemas.microsoft.com/office/drawing/2014/main" id="{EB118670-3D7B-0B9A-2691-B4987C9EC051}"/>
              </a:ext>
            </a:extLst>
          </p:cNvPr>
          <p:cNvSpPr/>
          <p:nvPr/>
        </p:nvSpPr>
        <p:spPr>
          <a:xfrm>
            <a:off x="1647427" y="4384272"/>
            <a:ext cx="420624" cy="727412"/>
          </a:xfrm>
          <a:prstGeom prst="downArrow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5" name="Flèche : bas 34">
            <a:extLst>
              <a:ext uri="{FF2B5EF4-FFF2-40B4-BE49-F238E27FC236}">
                <a16:creationId xmlns:a16="http://schemas.microsoft.com/office/drawing/2014/main" id="{DC393F10-0998-83A9-02E1-8639604D77CE}"/>
              </a:ext>
            </a:extLst>
          </p:cNvPr>
          <p:cNvSpPr/>
          <p:nvPr/>
        </p:nvSpPr>
        <p:spPr>
          <a:xfrm>
            <a:off x="8934228" y="4346508"/>
            <a:ext cx="420624" cy="727412"/>
          </a:xfrm>
          <a:prstGeom prst="downArrow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6" name="Flèche : bas 35">
            <a:extLst>
              <a:ext uri="{FF2B5EF4-FFF2-40B4-BE49-F238E27FC236}">
                <a16:creationId xmlns:a16="http://schemas.microsoft.com/office/drawing/2014/main" id="{AE7224E5-AF42-9FC5-9C15-A866CEAB14A5}"/>
              </a:ext>
            </a:extLst>
          </p:cNvPr>
          <p:cNvSpPr/>
          <p:nvPr/>
        </p:nvSpPr>
        <p:spPr>
          <a:xfrm>
            <a:off x="5206034" y="4384272"/>
            <a:ext cx="420624" cy="727412"/>
          </a:xfrm>
          <a:prstGeom prst="downArrow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33071074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384</Words>
  <Application>Microsoft Office PowerPoint</Application>
  <PresentationFormat>Grand écran</PresentationFormat>
  <Paragraphs>86</Paragraphs>
  <Slides>13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13</vt:i4>
      </vt:variant>
    </vt:vector>
  </HeadingPairs>
  <TitlesOfParts>
    <vt:vector size="19" baseType="lpstr">
      <vt:lpstr>Aptos</vt:lpstr>
      <vt:lpstr>Aptos Display</vt:lpstr>
      <vt:lpstr>Arial</vt:lpstr>
      <vt:lpstr>Times New Roman</vt:lpstr>
      <vt:lpstr>Wingdings</vt:lpstr>
      <vt:lpstr>Thème Office</vt:lpstr>
      <vt:lpstr>SAE Plan d’expérience</vt:lpstr>
      <vt:lpstr>INTRODUCTION</vt:lpstr>
      <vt:lpstr>LE PARCOURS UNIVERSITAIRE INFLUENCE-T-IL LES PRATIQUES CULTURELLES DES ETUDIANTS ?</vt:lpstr>
      <vt:lpstr>PREPARATION DES DONNEES</vt:lpstr>
      <vt:lpstr>REDRESSEMENT</vt:lpstr>
      <vt:lpstr>EXPÉRIENCES CULTURELLES FAVORITES</vt:lpstr>
      <vt:lpstr>FREINS À LA PARTICIPATION</vt:lpstr>
      <vt:lpstr>FRÉQUENCE DE SORTIES CULTURELLES PAR DISCIPLINE : cinéma</vt:lpstr>
      <vt:lpstr>Présentation PowerPoint</vt:lpstr>
      <vt:lpstr>Présentation PowerPoint</vt:lpstr>
      <vt:lpstr>FREINS PAR DISCIPLINE</vt:lpstr>
      <vt:lpstr>FREINS PAR DISCIPLINE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SAE Plan d’expérience</dc:title>
  <dc:creator>Diana MAI</dc:creator>
  <cp:lastModifiedBy>Diana MAI</cp:lastModifiedBy>
  <cp:revision>3</cp:revision>
  <dcterms:created xsi:type="dcterms:W3CDTF">2026-01-16T19:22:14Z</dcterms:created>
  <dcterms:modified xsi:type="dcterms:W3CDTF">2026-01-20T19:30:47Z</dcterms:modified>
</cp:coreProperties>
</file>